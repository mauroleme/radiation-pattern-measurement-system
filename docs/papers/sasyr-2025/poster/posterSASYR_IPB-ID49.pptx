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sldIdLst>
    <p:sldId id="256" r:id="rId2"/>
  </p:sldIdLst>
  <p:sldSz cx="21383625" cy="3027521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5" userDrawn="1">
          <p15:clr>
            <a:srgbClr val="A4A3A4"/>
          </p15:clr>
        </p15:guide>
        <p15:guide id="2" pos="673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berto Simoes" initials="A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1050"/>
    <a:srgbClr val="AED5F8"/>
    <a:srgbClr val="DAECFC"/>
    <a:srgbClr val="E6E6E6"/>
    <a:srgbClr val="C9E3FB"/>
    <a:srgbClr val="2A3692"/>
    <a:srgbClr val="2740A4"/>
    <a:srgbClr val="DEEBF7"/>
    <a:srgbClr val="3D8DB5"/>
    <a:srgbClr val="1AAB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p:scale>
          <a:sx n="66" d="100"/>
          <a:sy n="66" d="100"/>
        </p:scale>
        <p:origin x="-326" y="-7104"/>
      </p:cViewPr>
      <p:guideLst>
        <p:guide orient="horz" pos="9535"/>
        <p:guide pos="67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489CC4-34E2-49E2-8202-845207D7B6C2}"/>
              </a:ext>
            </a:extLst>
          </p:cNvPr>
          <p:cNvSpPr>
            <a:spLocks noGrp="1"/>
          </p:cNvSpPr>
          <p:nvPr>
            <p:ph type="ctrTitle"/>
          </p:nvPr>
        </p:nvSpPr>
        <p:spPr>
          <a:xfrm>
            <a:off x="2672953" y="4954765"/>
            <a:ext cx="16037719" cy="10540259"/>
          </a:xfrm>
        </p:spPr>
        <p:txBody>
          <a:bodyPr anchor="b"/>
          <a:lstStyle>
            <a:lvl1pPr algn="ctr">
              <a:defRPr sz="10523"/>
            </a:lvl1pPr>
          </a:lstStyle>
          <a:p>
            <a:r>
              <a:rPr lang="pt-PT"/>
              <a:t>Clique para editar o estilo de título do Modelo Global</a:t>
            </a:r>
            <a:endParaRPr lang="en-US"/>
          </a:p>
        </p:txBody>
      </p:sp>
      <p:sp>
        <p:nvSpPr>
          <p:cNvPr id="3" name="Subtítulo 2">
            <a:extLst>
              <a:ext uri="{FF2B5EF4-FFF2-40B4-BE49-F238E27FC236}">
                <a16:creationId xmlns:a16="http://schemas.microsoft.com/office/drawing/2014/main" id="{D885F892-B285-4557-8687-1561C150BF28}"/>
              </a:ext>
            </a:extLst>
          </p:cNvPr>
          <p:cNvSpPr>
            <a:spLocks noGrp="1"/>
          </p:cNvSpPr>
          <p:nvPr>
            <p:ph type="subTitle" idx="1"/>
          </p:nvPr>
        </p:nvSpPr>
        <p:spPr>
          <a:xfrm>
            <a:off x="2672953" y="15901497"/>
            <a:ext cx="16037719" cy="7309499"/>
          </a:xfrm>
        </p:spPr>
        <p:txBody>
          <a:bodyPr/>
          <a:lstStyle>
            <a:lvl1pPr marL="0" indent="0" algn="ctr">
              <a:buNone/>
              <a:defRPr sz="4209"/>
            </a:lvl1pPr>
            <a:lvl2pPr marL="801883" indent="0" algn="ctr">
              <a:buNone/>
              <a:defRPr sz="3508"/>
            </a:lvl2pPr>
            <a:lvl3pPr marL="1603766" indent="0" algn="ctr">
              <a:buNone/>
              <a:defRPr sz="3157"/>
            </a:lvl3pPr>
            <a:lvl4pPr marL="2405649" indent="0" algn="ctr">
              <a:buNone/>
              <a:defRPr sz="2806"/>
            </a:lvl4pPr>
            <a:lvl5pPr marL="3207532" indent="0" algn="ctr">
              <a:buNone/>
              <a:defRPr sz="2806"/>
            </a:lvl5pPr>
            <a:lvl6pPr marL="4009415" indent="0" algn="ctr">
              <a:buNone/>
              <a:defRPr sz="2806"/>
            </a:lvl6pPr>
            <a:lvl7pPr marL="4811298" indent="0" algn="ctr">
              <a:buNone/>
              <a:defRPr sz="2806"/>
            </a:lvl7pPr>
            <a:lvl8pPr marL="5613182" indent="0" algn="ctr">
              <a:buNone/>
              <a:defRPr sz="2806"/>
            </a:lvl8pPr>
            <a:lvl9pPr marL="6415065" indent="0" algn="ctr">
              <a:buNone/>
              <a:defRPr sz="2806"/>
            </a:lvl9pPr>
          </a:lstStyle>
          <a:p>
            <a:r>
              <a:rPr lang="pt-PT"/>
              <a:t>Clique para editar o estilo de subtítulo do Modelo Global</a:t>
            </a:r>
            <a:endParaRPr lang="en-US"/>
          </a:p>
        </p:txBody>
      </p:sp>
      <p:sp>
        <p:nvSpPr>
          <p:cNvPr id="4" name="Marcador de Posição da Data 3">
            <a:extLst>
              <a:ext uri="{FF2B5EF4-FFF2-40B4-BE49-F238E27FC236}">
                <a16:creationId xmlns:a16="http://schemas.microsoft.com/office/drawing/2014/main" id="{FE46F59D-8781-4965-822F-3045FE1E67F1}"/>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5" name="Marcador de Posição do Rodapé 4">
            <a:extLst>
              <a:ext uri="{FF2B5EF4-FFF2-40B4-BE49-F238E27FC236}">
                <a16:creationId xmlns:a16="http://schemas.microsoft.com/office/drawing/2014/main" id="{E899DDD2-9CF7-4524-82E1-70BC0B95B522}"/>
              </a:ext>
            </a:extLst>
          </p:cNvPr>
          <p:cNvSpPr>
            <a:spLocks noGrp="1"/>
          </p:cNvSpPr>
          <p:nvPr>
            <p:ph type="ftr" sz="quarter" idx="11"/>
          </p:nvPr>
        </p:nvSpPr>
        <p:spPr/>
        <p:txBody>
          <a:bodyPr/>
          <a:lstStyle/>
          <a:p>
            <a:endParaRPr lang="en-US"/>
          </a:p>
        </p:txBody>
      </p:sp>
      <p:sp>
        <p:nvSpPr>
          <p:cNvPr id="6" name="Marcador de Posição do Número do Diapositivo 5">
            <a:extLst>
              <a:ext uri="{FF2B5EF4-FFF2-40B4-BE49-F238E27FC236}">
                <a16:creationId xmlns:a16="http://schemas.microsoft.com/office/drawing/2014/main" id="{713C9A4F-C011-4CEA-9148-25D9649C75AC}"/>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1660359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D8A53D-602C-4156-BB38-04D5077D3A55}"/>
              </a:ext>
            </a:extLst>
          </p:cNvPr>
          <p:cNvSpPr>
            <a:spLocks noGrp="1"/>
          </p:cNvSpPr>
          <p:nvPr>
            <p:ph type="title"/>
          </p:nvPr>
        </p:nvSpPr>
        <p:spPr/>
        <p:txBody>
          <a:bodyPr/>
          <a:lstStyle/>
          <a:p>
            <a:r>
              <a:rPr lang="pt-PT"/>
              <a:t>Clique para editar o estilo de título do Modelo Global</a:t>
            </a:r>
            <a:endParaRPr lang="en-US"/>
          </a:p>
        </p:txBody>
      </p:sp>
      <p:sp>
        <p:nvSpPr>
          <p:cNvPr id="3" name="Marcador de Posição de Conteúdo 2">
            <a:extLst>
              <a:ext uri="{FF2B5EF4-FFF2-40B4-BE49-F238E27FC236}">
                <a16:creationId xmlns:a16="http://schemas.microsoft.com/office/drawing/2014/main" id="{D7AC3A84-EBE2-4783-9574-74C0079A7C54}"/>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a:extLst>
              <a:ext uri="{FF2B5EF4-FFF2-40B4-BE49-F238E27FC236}">
                <a16:creationId xmlns:a16="http://schemas.microsoft.com/office/drawing/2014/main" id="{E5ED97D2-20B0-475C-828D-A19ABB798611}"/>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5" name="Marcador de Posição do Rodapé 4">
            <a:extLst>
              <a:ext uri="{FF2B5EF4-FFF2-40B4-BE49-F238E27FC236}">
                <a16:creationId xmlns:a16="http://schemas.microsoft.com/office/drawing/2014/main" id="{5475B995-3D30-4E45-A530-8EAC5249FB9A}"/>
              </a:ext>
            </a:extLst>
          </p:cNvPr>
          <p:cNvSpPr>
            <a:spLocks noGrp="1"/>
          </p:cNvSpPr>
          <p:nvPr>
            <p:ph type="ftr" sz="quarter" idx="11"/>
          </p:nvPr>
        </p:nvSpPr>
        <p:spPr/>
        <p:txBody>
          <a:bodyPr/>
          <a:lstStyle/>
          <a:p>
            <a:endParaRPr lang="en-US"/>
          </a:p>
        </p:txBody>
      </p:sp>
      <p:sp>
        <p:nvSpPr>
          <p:cNvPr id="6" name="Marcador de Posição do Número do Diapositivo 5">
            <a:extLst>
              <a:ext uri="{FF2B5EF4-FFF2-40B4-BE49-F238E27FC236}">
                <a16:creationId xmlns:a16="http://schemas.microsoft.com/office/drawing/2014/main" id="{4B14A981-6F0D-4089-A3BD-1F461AAF7378}"/>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2517362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CF82A6-BCCD-43BF-983A-5863E063F26C}"/>
              </a:ext>
            </a:extLst>
          </p:cNvPr>
          <p:cNvSpPr>
            <a:spLocks noGrp="1"/>
          </p:cNvSpPr>
          <p:nvPr>
            <p:ph type="title"/>
          </p:nvPr>
        </p:nvSpPr>
        <p:spPr>
          <a:xfrm>
            <a:off x="1458987" y="7547783"/>
            <a:ext cx="18443377" cy="12593645"/>
          </a:xfrm>
        </p:spPr>
        <p:txBody>
          <a:bodyPr anchor="b"/>
          <a:lstStyle>
            <a:lvl1pPr>
              <a:defRPr sz="10523"/>
            </a:lvl1pPr>
          </a:lstStyle>
          <a:p>
            <a:r>
              <a:rPr lang="pt-PT"/>
              <a:t>Clique para editar o estilo de título do Modelo Global</a:t>
            </a:r>
            <a:endParaRPr lang="en-US"/>
          </a:p>
        </p:txBody>
      </p:sp>
      <p:sp>
        <p:nvSpPr>
          <p:cNvPr id="3" name="Marcador de Posição do Texto 2">
            <a:extLst>
              <a:ext uri="{FF2B5EF4-FFF2-40B4-BE49-F238E27FC236}">
                <a16:creationId xmlns:a16="http://schemas.microsoft.com/office/drawing/2014/main" id="{09E3F6BE-AAFE-4E7B-A959-AF5E4A978F6B}"/>
              </a:ext>
            </a:extLst>
          </p:cNvPr>
          <p:cNvSpPr>
            <a:spLocks noGrp="1"/>
          </p:cNvSpPr>
          <p:nvPr>
            <p:ph type="body" idx="1"/>
          </p:nvPr>
        </p:nvSpPr>
        <p:spPr>
          <a:xfrm>
            <a:off x="1458987" y="20260569"/>
            <a:ext cx="18443377" cy="6622701"/>
          </a:xfrm>
        </p:spPr>
        <p:txBody>
          <a:bodyPr/>
          <a:lstStyle>
            <a:lvl1pPr marL="0" indent="0">
              <a:buNone/>
              <a:defRPr sz="4209">
                <a:solidFill>
                  <a:schemeClr val="tx1">
                    <a:tint val="75000"/>
                  </a:schemeClr>
                </a:solidFill>
              </a:defRPr>
            </a:lvl1pPr>
            <a:lvl2pPr marL="801883" indent="0">
              <a:buNone/>
              <a:defRPr sz="3508">
                <a:solidFill>
                  <a:schemeClr val="tx1">
                    <a:tint val="75000"/>
                  </a:schemeClr>
                </a:solidFill>
              </a:defRPr>
            </a:lvl2pPr>
            <a:lvl3pPr marL="1603766" indent="0">
              <a:buNone/>
              <a:defRPr sz="3157">
                <a:solidFill>
                  <a:schemeClr val="tx1">
                    <a:tint val="75000"/>
                  </a:schemeClr>
                </a:solidFill>
              </a:defRPr>
            </a:lvl3pPr>
            <a:lvl4pPr marL="2405649" indent="0">
              <a:buNone/>
              <a:defRPr sz="2806">
                <a:solidFill>
                  <a:schemeClr val="tx1">
                    <a:tint val="75000"/>
                  </a:schemeClr>
                </a:solidFill>
              </a:defRPr>
            </a:lvl4pPr>
            <a:lvl5pPr marL="3207532" indent="0">
              <a:buNone/>
              <a:defRPr sz="2806">
                <a:solidFill>
                  <a:schemeClr val="tx1">
                    <a:tint val="75000"/>
                  </a:schemeClr>
                </a:solidFill>
              </a:defRPr>
            </a:lvl5pPr>
            <a:lvl6pPr marL="4009415" indent="0">
              <a:buNone/>
              <a:defRPr sz="2806">
                <a:solidFill>
                  <a:schemeClr val="tx1">
                    <a:tint val="75000"/>
                  </a:schemeClr>
                </a:solidFill>
              </a:defRPr>
            </a:lvl6pPr>
            <a:lvl7pPr marL="4811298" indent="0">
              <a:buNone/>
              <a:defRPr sz="2806">
                <a:solidFill>
                  <a:schemeClr val="tx1">
                    <a:tint val="75000"/>
                  </a:schemeClr>
                </a:solidFill>
              </a:defRPr>
            </a:lvl7pPr>
            <a:lvl8pPr marL="5613182" indent="0">
              <a:buNone/>
              <a:defRPr sz="2806">
                <a:solidFill>
                  <a:schemeClr val="tx1">
                    <a:tint val="75000"/>
                  </a:schemeClr>
                </a:solidFill>
              </a:defRPr>
            </a:lvl8pPr>
            <a:lvl9pPr marL="6415065" indent="0">
              <a:buNone/>
              <a:defRPr sz="2806">
                <a:solidFill>
                  <a:schemeClr val="tx1">
                    <a:tint val="75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490B1D98-255A-4DDB-99EB-051E2F8D6248}"/>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5" name="Marcador de Posição do Rodapé 4">
            <a:extLst>
              <a:ext uri="{FF2B5EF4-FFF2-40B4-BE49-F238E27FC236}">
                <a16:creationId xmlns:a16="http://schemas.microsoft.com/office/drawing/2014/main" id="{62468DCE-C5E3-432E-969E-137CE6C5C339}"/>
              </a:ext>
            </a:extLst>
          </p:cNvPr>
          <p:cNvSpPr>
            <a:spLocks noGrp="1"/>
          </p:cNvSpPr>
          <p:nvPr>
            <p:ph type="ftr" sz="quarter" idx="11"/>
          </p:nvPr>
        </p:nvSpPr>
        <p:spPr/>
        <p:txBody>
          <a:bodyPr/>
          <a:lstStyle/>
          <a:p>
            <a:endParaRPr lang="en-US"/>
          </a:p>
        </p:txBody>
      </p:sp>
      <p:sp>
        <p:nvSpPr>
          <p:cNvPr id="6" name="Marcador de Posição do Número do Diapositivo 5">
            <a:extLst>
              <a:ext uri="{FF2B5EF4-FFF2-40B4-BE49-F238E27FC236}">
                <a16:creationId xmlns:a16="http://schemas.microsoft.com/office/drawing/2014/main" id="{E36DB432-E00C-438E-B239-0A121665C08F}"/>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39951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C5DD8E-F3EB-49F0-A10F-F5CA28AC567A}"/>
              </a:ext>
            </a:extLst>
          </p:cNvPr>
          <p:cNvSpPr>
            <a:spLocks noGrp="1"/>
          </p:cNvSpPr>
          <p:nvPr>
            <p:ph type="title"/>
          </p:nvPr>
        </p:nvSpPr>
        <p:spPr/>
        <p:txBody>
          <a:bodyPr/>
          <a:lstStyle/>
          <a:p>
            <a:r>
              <a:rPr lang="pt-PT"/>
              <a:t>Clique para editar o estilo de título do Modelo Global</a:t>
            </a:r>
            <a:endParaRPr lang="en-US"/>
          </a:p>
        </p:txBody>
      </p:sp>
      <p:sp>
        <p:nvSpPr>
          <p:cNvPr id="3" name="Marcador de Posição de Conteúdo 2">
            <a:extLst>
              <a:ext uri="{FF2B5EF4-FFF2-40B4-BE49-F238E27FC236}">
                <a16:creationId xmlns:a16="http://schemas.microsoft.com/office/drawing/2014/main" id="{E2C33D7F-EE36-4F94-8F05-A65A17BBE551}"/>
              </a:ext>
            </a:extLst>
          </p:cNvPr>
          <p:cNvSpPr>
            <a:spLocks noGrp="1"/>
          </p:cNvSpPr>
          <p:nvPr>
            <p:ph sz="half" idx="1"/>
          </p:nvPr>
        </p:nvSpPr>
        <p:spPr>
          <a:xfrm>
            <a:off x="1470124" y="8059374"/>
            <a:ext cx="9088041" cy="19209345"/>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e Conteúdo 3">
            <a:extLst>
              <a:ext uri="{FF2B5EF4-FFF2-40B4-BE49-F238E27FC236}">
                <a16:creationId xmlns:a16="http://schemas.microsoft.com/office/drawing/2014/main" id="{3B219B22-75E5-49E2-981A-9886268F03CC}"/>
              </a:ext>
            </a:extLst>
          </p:cNvPr>
          <p:cNvSpPr>
            <a:spLocks noGrp="1"/>
          </p:cNvSpPr>
          <p:nvPr>
            <p:ph sz="half" idx="2"/>
          </p:nvPr>
        </p:nvSpPr>
        <p:spPr>
          <a:xfrm>
            <a:off x="10825460" y="8059374"/>
            <a:ext cx="9088041" cy="19209345"/>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5" name="Marcador de Posição da Data 4">
            <a:extLst>
              <a:ext uri="{FF2B5EF4-FFF2-40B4-BE49-F238E27FC236}">
                <a16:creationId xmlns:a16="http://schemas.microsoft.com/office/drawing/2014/main" id="{E2DB1E15-9E32-4587-92D5-25E7CCC67420}"/>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6" name="Marcador de Posição do Rodapé 5">
            <a:extLst>
              <a:ext uri="{FF2B5EF4-FFF2-40B4-BE49-F238E27FC236}">
                <a16:creationId xmlns:a16="http://schemas.microsoft.com/office/drawing/2014/main" id="{DF06AB22-AF3C-4D2B-B1BE-3D46AD6A7886}"/>
              </a:ext>
            </a:extLst>
          </p:cNvPr>
          <p:cNvSpPr>
            <a:spLocks noGrp="1"/>
          </p:cNvSpPr>
          <p:nvPr>
            <p:ph type="ftr" sz="quarter" idx="11"/>
          </p:nvPr>
        </p:nvSpPr>
        <p:spPr/>
        <p:txBody>
          <a:bodyPr/>
          <a:lstStyle/>
          <a:p>
            <a:endParaRPr lang="en-US"/>
          </a:p>
        </p:txBody>
      </p:sp>
      <p:sp>
        <p:nvSpPr>
          <p:cNvPr id="7" name="Marcador de Posição do Número do Diapositivo 6">
            <a:extLst>
              <a:ext uri="{FF2B5EF4-FFF2-40B4-BE49-F238E27FC236}">
                <a16:creationId xmlns:a16="http://schemas.microsoft.com/office/drawing/2014/main" id="{DE75245F-DB89-418A-B6E3-36776A4EDA38}"/>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703355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ED7DF4-979C-4ECE-8485-0E15FEDDE1F8}"/>
              </a:ext>
            </a:extLst>
          </p:cNvPr>
          <p:cNvSpPr>
            <a:spLocks noGrp="1"/>
          </p:cNvSpPr>
          <p:nvPr>
            <p:ph type="title"/>
          </p:nvPr>
        </p:nvSpPr>
        <p:spPr>
          <a:xfrm>
            <a:off x="1472909" y="1611877"/>
            <a:ext cx="18443377" cy="5851808"/>
          </a:xfrm>
        </p:spPr>
        <p:txBody>
          <a:bodyPr/>
          <a:lstStyle/>
          <a:p>
            <a:r>
              <a:rPr lang="pt-PT"/>
              <a:t>Clique para editar o estilo de título do Modelo Global</a:t>
            </a:r>
            <a:endParaRPr lang="en-US"/>
          </a:p>
        </p:txBody>
      </p:sp>
      <p:sp>
        <p:nvSpPr>
          <p:cNvPr id="3" name="Marcador de Posição do Texto 2">
            <a:extLst>
              <a:ext uri="{FF2B5EF4-FFF2-40B4-BE49-F238E27FC236}">
                <a16:creationId xmlns:a16="http://schemas.microsoft.com/office/drawing/2014/main" id="{8B641863-0694-4909-BA8C-58ECAAF5D49B}"/>
              </a:ext>
            </a:extLst>
          </p:cNvPr>
          <p:cNvSpPr>
            <a:spLocks noGrp="1"/>
          </p:cNvSpPr>
          <p:nvPr>
            <p:ph type="body" idx="1"/>
          </p:nvPr>
        </p:nvSpPr>
        <p:spPr>
          <a:xfrm>
            <a:off x="1472910" y="7421634"/>
            <a:ext cx="9046275" cy="3637228"/>
          </a:xfrm>
        </p:spPr>
        <p:txBody>
          <a:bodyPr anchor="b"/>
          <a:lstStyle>
            <a:lvl1pPr marL="0" indent="0">
              <a:buNone/>
              <a:defRPr sz="4209" b="1"/>
            </a:lvl1pPr>
            <a:lvl2pPr marL="801883" indent="0">
              <a:buNone/>
              <a:defRPr sz="3508" b="1"/>
            </a:lvl2pPr>
            <a:lvl3pPr marL="1603766" indent="0">
              <a:buNone/>
              <a:defRPr sz="3157" b="1"/>
            </a:lvl3pPr>
            <a:lvl4pPr marL="2405649" indent="0">
              <a:buNone/>
              <a:defRPr sz="2806" b="1"/>
            </a:lvl4pPr>
            <a:lvl5pPr marL="3207532" indent="0">
              <a:buNone/>
              <a:defRPr sz="2806" b="1"/>
            </a:lvl5pPr>
            <a:lvl6pPr marL="4009415" indent="0">
              <a:buNone/>
              <a:defRPr sz="2806" b="1"/>
            </a:lvl6pPr>
            <a:lvl7pPr marL="4811298" indent="0">
              <a:buNone/>
              <a:defRPr sz="2806" b="1"/>
            </a:lvl7pPr>
            <a:lvl8pPr marL="5613182" indent="0">
              <a:buNone/>
              <a:defRPr sz="2806" b="1"/>
            </a:lvl8pPr>
            <a:lvl9pPr marL="6415065" indent="0">
              <a:buNone/>
              <a:defRPr sz="2806"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71D8E9EA-D672-4814-AE61-9B14C17FF9F2}"/>
              </a:ext>
            </a:extLst>
          </p:cNvPr>
          <p:cNvSpPr>
            <a:spLocks noGrp="1"/>
          </p:cNvSpPr>
          <p:nvPr>
            <p:ph sz="half" idx="2"/>
          </p:nvPr>
        </p:nvSpPr>
        <p:spPr>
          <a:xfrm>
            <a:off x="1472910" y="11058863"/>
            <a:ext cx="9046275" cy="16265921"/>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5" name="Marcador de Posição do Texto 4">
            <a:extLst>
              <a:ext uri="{FF2B5EF4-FFF2-40B4-BE49-F238E27FC236}">
                <a16:creationId xmlns:a16="http://schemas.microsoft.com/office/drawing/2014/main" id="{034BA7E9-5CEA-4738-8296-4564D8D8BF10}"/>
              </a:ext>
            </a:extLst>
          </p:cNvPr>
          <p:cNvSpPr>
            <a:spLocks noGrp="1"/>
          </p:cNvSpPr>
          <p:nvPr>
            <p:ph type="body" sz="quarter" idx="3"/>
          </p:nvPr>
        </p:nvSpPr>
        <p:spPr>
          <a:xfrm>
            <a:off x="10825460" y="7421634"/>
            <a:ext cx="9090826" cy="3637228"/>
          </a:xfrm>
        </p:spPr>
        <p:txBody>
          <a:bodyPr anchor="b"/>
          <a:lstStyle>
            <a:lvl1pPr marL="0" indent="0">
              <a:buNone/>
              <a:defRPr sz="4209" b="1"/>
            </a:lvl1pPr>
            <a:lvl2pPr marL="801883" indent="0">
              <a:buNone/>
              <a:defRPr sz="3508" b="1"/>
            </a:lvl2pPr>
            <a:lvl3pPr marL="1603766" indent="0">
              <a:buNone/>
              <a:defRPr sz="3157" b="1"/>
            </a:lvl3pPr>
            <a:lvl4pPr marL="2405649" indent="0">
              <a:buNone/>
              <a:defRPr sz="2806" b="1"/>
            </a:lvl4pPr>
            <a:lvl5pPr marL="3207532" indent="0">
              <a:buNone/>
              <a:defRPr sz="2806" b="1"/>
            </a:lvl5pPr>
            <a:lvl6pPr marL="4009415" indent="0">
              <a:buNone/>
              <a:defRPr sz="2806" b="1"/>
            </a:lvl6pPr>
            <a:lvl7pPr marL="4811298" indent="0">
              <a:buNone/>
              <a:defRPr sz="2806" b="1"/>
            </a:lvl7pPr>
            <a:lvl8pPr marL="5613182" indent="0">
              <a:buNone/>
              <a:defRPr sz="2806" b="1"/>
            </a:lvl8pPr>
            <a:lvl9pPr marL="6415065" indent="0">
              <a:buNone/>
              <a:defRPr sz="2806"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FF461BE5-4E6E-43D0-994B-EEE5823FDA17}"/>
              </a:ext>
            </a:extLst>
          </p:cNvPr>
          <p:cNvSpPr>
            <a:spLocks noGrp="1"/>
          </p:cNvSpPr>
          <p:nvPr>
            <p:ph sz="quarter" idx="4"/>
          </p:nvPr>
        </p:nvSpPr>
        <p:spPr>
          <a:xfrm>
            <a:off x="10825460" y="11058863"/>
            <a:ext cx="9090826" cy="16265921"/>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7" name="Marcador de Posição da Data 6">
            <a:extLst>
              <a:ext uri="{FF2B5EF4-FFF2-40B4-BE49-F238E27FC236}">
                <a16:creationId xmlns:a16="http://schemas.microsoft.com/office/drawing/2014/main" id="{49C7511E-2C9C-4559-8EBE-E53A7460AB11}"/>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8" name="Marcador de Posição do Rodapé 7">
            <a:extLst>
              <a:ext uri="{FF2B5EF4-FFF2-40B4-BE49-F238E27FC236}">
                <a16:creationId xmlns:a16="http://schemas.microsoft.com/office/drawing/2014/main" id="{CB778743-385C-4961-B46A-03DC87C28CD0}"/>
              </a:ext>
            </a:extLst>
          </p:cNvPr>
          <p:cNvSpPr>
            <a:spLocks noGrp="1"/>
          </p:cNvSpPr>
          <p:nvPr>
            <p:ph type="ftr" sz="quarter" idx="11"/>
          </p:nvPr>
        </p:nvSpPr>
        <p:spPr/>
        <p:txBody>
          <a:bodyPr/>
          <a:lstStyle/>
          <a:p>
            <a:endParaRPr lang="en-US"/>
          </a:p>
        </p:txBody>
      </p:sp>
      <p:sp>
        <p:nvSpPr>
          <p:cNvPr id="9" name="Marcador de Posição do Número do Diapositivo 8">
            <a:extLst>
              <a:ext uri="{FF2B5EF4-FFF2-40B4-BE49-F238E27FC236}">
                <a16:creationId xmlns:a16="http://schemas.microsoft.com/office/drawing/2014/main" id="{F108BAF6-CD1C-418F-BCDA-9C403B3A84D1}"/>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592604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E6FC20-1267-4DEE-BFA4-DA1682CBA8DE}"/>
              </a:ext>
            </a:extLst>
          </p:cNvPr>
          <p:cNvSpPr>
            <a:spLocks noGrp="1"/>
          </p:cNvSpPr>
          <p:nvPr>
            <p:ph type="title"/>
          </p:nvPr>
        </p:nvSpPr>
        <p:spPr/>
        <p:txBody>
          <a:bodyPr/>
          <a:lstStyle/>
          <a:p>
            <a:r>
              <a:rPr lang="pt-PT"/>
              <a:t>Clique para editar o estilo de título do Modelo Global</a:t>
            </a:r>
            <a:endParaRPr lang="en-US"/>
          </a:p>
        </p:txBody>
      </p:sp>
      <p:sp>
        <p:nvSpPr>
          <p:cNvPr id="3" name="Marcador de Posição da Data 2">
            <a:extLst>
              <a:ext uri="{FF2B5EF4-FFF2-40B4-BE49-F238E27FC236}">
                <a16:creationId xmlns:a16="http://schemas.microsoft.com/office/drawing/2014/main" id="{B2C3646A-9E07-4479-B276-773D4017A05C}"/>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4" name="Marcador de Posição do Rodapé 3">
            <a:extLst>
              <a:ext uri="{FF2B5EF4-FFF2-40B4-BE49-F238E27FC236}">
                <a16:creationId xmlns:a16="http://schemas.microsoft.com/office/drawing/2014/main" id="{0B7DF735-DE6E-4A96-BABE-1F241BDC4C0D}"/>
              </a:ext>
            </a:extLst>
          </p:cNvPr>
          <p:cNvSpPr>
            <a:spLocks noGrp="1"/>
          </p:cNvSpPr>
          <p:nvPr>
            <p:ph type="ftr" sz="quarter" idx="11"/>
          </p:nvPr>
        </p:nvSpPr>
        <p:spPr/>
        <p:txBody>
          <a:bodyPr/>
          <a:lstStyle/>
          <a:p>
            <a:endParaRPr lang="en-US"/>
          </a:p>
        </p:txBody>
      </p:sp>
      <p:sp>
        <p:nvSpPr>
          <p:cNvPr id="5" name="Marcador de Posição do Número do Diapositivo 4">
            <a:extLst>
              <a:ext uri="{FF2B5EF4-FFF2-40B4-BE49-F238E27FC236}">
                <a16:creationId xmlns:a16="http://schemas.microsoft.com/office/drawing/2014/main" id="{E9A7ABE2-E130-4F25-A06B-314F2AE314B9}"/>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1084245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C21B7633-883B-4250-B510-30F0BD431F78}"/>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3" name="Marcador de Posição do Rodapé 2">
            <a:extLst>
              <a:ext uri="{FF2B5EF4-FFF2-40B4-BE49-F238E27FC236}">
                <a16:creationId xmlns:a16="http://schemas.microsoft.com/office/drawing/2014/main" id="{6F3AB3C2-69CA-49C6-B165-25C80F075A57}"/>
              </a:ext>
            </a:extLst>
          </p:cNvPr>
          <p:cNvSpPr>
            <a:spLocks noGrp="1"/>
          </p:cNvSpPr>
          <p:nvPr>
            <p:ph type="ftr" sz="quarter" idx="11"/>
          </p:nvPr>
        </p:nvSpPr>
        <p:spPr/>
        <p:txBody>
          <a:bodyPr/>
          <a:lstStyle/>
          <a:p>
            <a:endParaRPr lang="en-US"/>
          </a:p>
        </p:txBody>
      </p:sp>
      <p:sp>
        <p:nvSpPr>
          <p:cNvPr id="4" name="Marcador de Posição do Número do Diapositivo 3">
            <a:extLst>
              <a:ext uri="{FF2B5EF4-FFF2-40B4-BE49-F238E27FC236}">
                <a16:creationId xmlns:a16="http://schemas.microsoft.com/office/drawing/2014/main" id="{E6B6164E-05B5-4072-AD1A-F0168DA46F2F}"/>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2195016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19CBE3-F843-4627-9F26-3DF11830C2C2}"/>
              </a:ext>
            </a:extLst>
          </p:cNvPr>
          <p:cNvSpPr>
            <a:spLocks noGrp="1"/>
          </p:cNvSpPr>
          <p:nvPr>
            <p:ph type="title"/>
          </p:nvPr>
        </p:nvSpPr>
        <p:spPr>
          <a:xfrm>
            <a:off x="1472910" y="2018348"/>
            <a:ext cx="6896775" cy="7064216"/>
          </a:xfrm>
        </p:spPr>
        <p:txBody>
          <a:bodyPr anchor="b"/>
          <a:lstStyle>
            <a:lvl1pPr>
              <a:defRPr sz="5612"/>
            </a:lvl1pPr>
          </a:lstStyle>
          <a:p>
            <a:r>
              <a:rPr lang="pt-PT"/>
              <a:t>Clique para editar o estilo de título do Modelo Global</a:t>
            </a:r>
            <a:endParaRPr lang="en-US"/>
          </a:p>
        </p:txBody>
      </p:sp>
      <p:sp>
        <p:nvSpPr>
          <p:cNvPr id="3" name="Marcador de Posição de Conteúdo 2">
            <a:extLst>
              <a:ext uri="{FF2B5EF4-FFF2-40B4-BE49-F238E27FC236}">
                <a16:creationId xmlns:a16="http://schemas.microsoft.com/office/drawing/2014/main" id="{EFA5CA62-0E65-40DB-A8FD-4688FB11CBE3}"/>
              </a:ext>
            </a:extLst>
          </p:cNvPr>
          <p:cNvSpPr>
            <a:spLocks noGrp="1"/>
          </p:cNvSpPr>
          <p:nvPr>
            <p:ph idx="1"/>
          </p:nvPr>
        </p:nvSpPr>
        <p:spPr>
          <a:xfrm>
            <a:off x="9090826" y="4359072"/>
            <a:ext cx="10825460" cy="21515024"/>
          </a:xfrm>
        </p:spPr>
        <p:txBody>
          <a:bodyPr/>
          <a:lstStyle>
            <a:lvl1pPr>
              <a:defRPr sz="5612"/>
            </a:lvl1pPr>
            <a:lvl2pPr>
              <a:defRPr sz="4911"/>
            </a:lvl2pPr>
            <a:lvl3pPr>
              <a:defRPr sz="4209"/>
            </a:lvl3pPr>
            <a:lvl4pPr>
              <a:defRPr sz="3508"/>
            </a:lvl4pPr>
            <a:lvl5pPr>
              <a:defRPr sz="3508"/>
            </a:lvl5pPr>
            <a:lvl6pPr>
              <a:defRPr sz="3508"/>
            </a:lvl6pPr>
            <a:lvl7pPr>
              <a:defRPr sz="3508"/>
            </a:lvl7pPr>
            <a:lvl8pPr>
              <a:defRPr sz="3508"/>
            </a:lvl8pPr>
            <a:lvl9pPr>
              <a:defRPr sz="3508"/>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o Texto 3">
            <a:extLst>
              <a:ext uri="{FF2B5EF4-FFF2-40B4-BE49-F238E27FC236}">
                <a16:creationId xmlns:a16="http://schemas.microsoft.com/office/drawing/2014/main" id="{DA4DF868-1C57-4B6D-8DF9-E640663DB404}"/>
              </a:ext>
            </a:extLst>
          </p:cNvPr>
          <p:cNvSpPr>
            <a:spLocks noGrp="1"/>
          </p:cNvSpPr>
          <p:nvPr>
            <p:ph type="body" sz="half" idx="2"/>
          </p:nvPr>
        </p:nvSpPr>
        <p:spPr>
          <a:xfrm>
            <a:off x="1472910" y="9082564"/>
            <a:ext cx="6896775" cy="16826573"/>
          </a:xfrm>
        </p:spPr>
        <p:txBody>
          <a:bodyPr/>
          <a:lstStyle>
            <a:lvl1pPr marL="0" indent="0">
              <a:buNone/>
              <a:defRPr sz="2806"/>
            </a:lvl1pPr>
            <a:lvl2pPr marL="801883" indent="0">
              <a:buNone/>
              <a:defRPr sz="2455"/>
            </a:lvl2pPr>
            <a:lvl3pPr marL="1603766" indent="0">
              <a:buNone/>
              <a:defRPr sz="2105"/>
            </a:lvl3pPr>
            <a:lvl4pPr marL="2405649" indent="0">
              <a:buNone/>
              <a:defRPr sz="1754"/>
            </a:lvl4pPr>
            <a:lvl5pPr marL="3207532" indent="0">
              <a:buNone/>
              <a:defRPr sz="1754"/>
            </a:lvl5pPr>
            <a:lvl6pPr marL="4009415" indent="0">
              <a:buNone/>
              <a:defRPr sz="1754"/>
            </a:lvl6pPr>
            <a:lvl7pPr marL="4811298" indent="0">
              <a:buNone/>
              <a:defRPr sz="1754"/>
            </a:lvl7pPr>
            <a:lvl8pPr marL="5613182" indent="0">
              <a:buNone/>
              <a:defRPr sz="1754"/>
            </a:lvl8pPr>
            <a:lvl9pPr marL="6415065" indent="0">
              <a:buNone/>
              <a:defRPr sz="1754"/>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409A0A2F-F80B-49B5-A3EF-ED5DD1C3F1AB}"/>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6" name="Marcador de Posição do Rodapé 5">
            <a:extLst>
              <a:ext uri="{FF2B5EF4-FFF2-40B4-BE49-F238E27FC236}">
                <a16:creationId xmlns:a16="http://schemas.microsoft.com/office/drawing/2014/main" id="{D6D9BB09-7DCD-47F6-A5C8-9D64D831345E}"/>
              </a:ext>
            </a:extLst>
          </p:cNvPr>
          <p:cNvSpPr>
            <a:spLocks noGrp="1"/>
          </p:cNvSpPr>
          <p:nvPr>
            <p:ph type="ftr" sz="quarter" idx="11"/>
          </p:nvPr>
        </p:nvSpPr>
        <p:spPr/>
        <p:txBody>
          <a:bodyPr/>
          <a:lstStyle/>
          <a:p>
            <a:endParaRPr lang="en-US"/>
          </a:p>
        </p:txBody>
      </p:sp>
      <p:sp>
        <p:nvSpPr>
          <p:cNvPr id="7" name="Marcador de Posição do Número do Diapositivo 6">
            <a:extLst>
              <a:ext uri="{FF2B5EF4-FFF2-40B4-BE49-F238E27FC236}">
                <a16:creationId xmlns:a16="http://schemas.microsoft.com/office/drawing/2014/main" id="{DF9B33DF-7CF7-411C-B524-CFA3074F25E1}"/>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4116562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92F01E-8FD6-4CCD-AED1-9820A87797DF}"/>
              </a:ext>
            </a:extLst>
          </p:cNvPr>
          <p:cNvSpPr>
            <a:spLocks noGrp="1"/>
          </p:cNvSpPr>
          <p:nvPr>
            <p:ph type="title"/>
          </p:nvPr>
        </p:nvSpPr>
        <p:spPr>
          <a:xfrm>
            <a:off x="1472910" y="2018348"/>
            <a:ext cx="6896775" cy="7064216"/>
          </a:xfrm>
        </p:spPr>
        <p:txBody>
          <a:bodyPr anchor="b"/>
          <a:lstStyle>
            <a:lvl1pPr>
              <a:defRPr sz="5612"/>
            </a:lvl1pPr>
          </a:lstStyle>
          <a:p>
            <a:r>
              <a:rPr lang="pt-PT"/>
              <a:t>Clique para editar o estilo de título do Modelo Global</a:t>
            </a:r>
            <a:endParaRPr lang="en-US"/>
          </a:p>
        </p:txBody>
      </p:sp>
      <p:sp>
        <p:nvSpPr>
          <p:cNvPr id="3" name="Marcador de Posição da Imagem 2">
            <a:extLst>
              <a:ext uri="{FF2B5EF4-FFF2-40B4-BE49-F238E27FC236}">
                <a16:creationId xmlns:a16="http://schemas.microsoft.com/office/drawing/2014/main" id="{A2B9D507-7C30-4758-BCD4-A199B666F03B}"/>
              </a:ext>
            </a:extLst>
          </p:cNvPr>
          <p:cNvSpPr>
            <a:spLocks noGrp="1"/>
          </p:cNvSpPr>
          <p:nvPr>
            <p:ph type="pic" idx="1"/>
          </p:nvPr>
        </p:nvSpPr>
        <p:spPr>
          <a:xfrm>
            <a:off x="9090826" y="4359072"/>
            <a:ext cx="10825460" cy="21515024"/>
          </a:xfrm>
        </p:spPr>
        <p:txBody>
          <a:bodyPr/>
          <a:lstStyle>
            <a:lvl1pPr marL="0" indent="0">
              <a:buNone/>
              <a:defRPr sz="5612"/>
            </a:lvl1pPr>
            <a:lvl2pPr marL="801883" indent="0">
              <a:buNone/>
              <a:defRPr sz="4911"/>
            </a:lvl2pPr>
            <a:lvl3pPr marL="1603766" indent="0">
              <a:buNone/>
              <a:defRPr sz="4209"/>
            </a:lvl3pPr>
            <a:lvl4pPr marL="2405649" indent="0">
              <a:buNone/>
              <a:defRPr sz="3508"/>
            </a:lvl4pPr>
            <a:lvl5pPr marL="3207532" indent="0">
              <a:buNone/>
              <a:defRPr sz="3508"/>
            </a:lvl5pPr>
            <a:lvl6pPr marL="4009415" indent="0">
              <a:buNone/>
              <a:defRPr sz="3508"/>
            </a:lvl6pPr>
            <a:lvl7pPr marL="4811298" indent="0">
              <a:buNone/>
              <a:defRPr sz="3508"/>
            </a:lvl7pPr>
            <a:lvl8pPr marL="5613182" indent="0">
              <a:buNone/>
              <a:defRPr sz="3508"/>
            </a:lvl8pPr>
            <a:lvl9pPr marL="6415065" indent="0">
              <a:buNone/>
              <a:defRPr sz="3508"/>
            </a:lvl9pPr>
          </a:lstStyle>
          <a:p>
            <a:endParaRPr lang="en-US"/>
          </a:p>
        </p:txBody>
      </p:sp>
      <p:sp>
        <p:nvSpPr>
          <p:cNvPr id="4" name="Marcador de Posição do Texto 3">
            <a:extLst>
              <a:ext uri="{FF2B5EF4-FFF2-40B4-BE49-F238E27FC236}">
                <a16:creationId xmlns:a16="http://schemas.microsoft.com/office/drawing/2014/main" id="{11BC66F3-5114-45AB-903D-91F8F399F5F8}"/>
              </a:ext>
            </a:extLst>
          </p:cNvPr>
          <p:cNvSpPr>
            <a:spLocks noGrp="1"/>
          </p:cNvSpPr>
          <p:nvPr>
            <p:ph type="body" sz="half" idx="2"/>
          </p:nvPr>
        </p:nvSpPr>
        <p:spPr>
          <a:xfrm>
            <a:off x="1472910" y="9082564"/>
            <a:ext cx="6896775" cy="16826573"/>
          </a:xfrm>
        </p:spPr>
        <p:txBody>
          <a:bodyPr/>
          <a:lstStyle>
            <a:lvl1pPr marL="0" indent="0">
              <a:buNone/>
              <a:defRPr sz="2806"/>
            </a:lvl1pPr>
            <a:lvl2pPr marL="801883" indent="0">
              <a:buNone/>
              <a:defRPr sz="2455"/>
            </a:lvl2pPr>
            <a:lvl3pPr marL="1603766" indent="0">
              <a:buNone/>
              <a:defRPr sz="2105"/>
            </a:lvl3pPr>
            <a:lvl4pPr marL="2405649" indent="0">
              <a:buNone/>
              <a:defRPr sz="1754"/>
            </a:lvl4pPr>
            <a:lvl5pPr marL="3207532" indent="0">
              <a:buNone/>
              <a:defRPr sz="1754"/>
            </a:lvl5pPr>
            <a:lvl6pPr marL="4009415" indent="0">
              <a:buNone/>
              <a:defRPr sz="1754"/>
            </a:lvl6pPr>
            <a:lvl7pPr marL="4811298" indent="0">
              <a:buNone/>
              <a:defRPr sz="1754"/>
            </a:lvl7pPr>
            <a:lvl8pPr marL="5613182" indent="0">
              <a:buNone/>
              <a:defRPr sz="1754"/>
            </a:lvl8pPr>
            <a:lvl9pPr marL="6415065" indent="0">
              <a:buNone/>
              <a:defRPr sz="1754"/>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C5BB82FE-38B8-4418-BD8D-E9D52BB94B65}"/>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6" name="Marcador de Posição do Rodapé 5">
            <a:extLst>
              <a:ext uri="{FF2B5EF4-FFF2-40B4-BE49-F238E27FC236}">
                <a16:creationId xmlns:a16="http://schemas.microsoft.com/office/drawing/2014/main" id="{F71B35A4-E553-474D-842B-4AF94B50EE2E}"/>
              </a:ext>
            </a:extLst>
          </p:cNvPr>
          <p:cNvSpPr>
            <a:spLocks noGrp="1"/>
          </p:cNvSpPr>
          <p:nvPr>
            <p:ph type="ftr" sz="quarter" idx="11"/>
          </p:nvPr>
        </p:nvSpPr>
        <p:spPr/>
        <p:txBody>
          <a:bodyPr/>
          <a:lstStyle/>
          <a:p>
            <a:endParaRPr lang="en-US"/>
          </a:p>
        </p:txBody>
      </p:sp>
      <p:sp>
        <p:nvSpPr>
          <p:cNvPr id="7" name="Marcador de Posição do Número do Diapositivo 6">
            <a:extLst>
              <a:ext uri="{FF2B5EF4-FFF2-40B4-BE49-F238E27FC236}">
                <a16:creationId xmlns:a16="http://schemas.microsoft.com/office/drawing/2014/main" id="{DE8AEE5D-6BD8-4978-85EC-96C5C5D85E25}"/>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1178518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584FF3-670B-45F5-9039-EDD1C14C79D3}"/>
              </a:ext>
            </a:extLst>
          </p:cNvPr>
          <p:cNvSpPr>
            <a:spLocks noGrp="1"/>
          </p:cNvSpPr>
          <p:nvPr>
            <p:ph type="title"/>
          </p:nvPr>
        </p:nvSpPr>
        <p:spPr/>
        <p:txBody>
          <a:bodyPr/>
          <a:lstStyle/>
          <a:p>
            <a:r>
              <a:rPr lang="pt-PT"/>
              <a:t>Clique para editar o estilo de título do Modelo Global</a:t>
            </a:r>
            <a:endParaRPr lang="en-US"/>
          </a:p>
        </p:txBody>
      </p:sp>
      <p:sp>
        <p:nvSpPr>
          <p:cNvPr id="3" name="Marcador de Posição de Texto Vertical 2">
            <a:extLst>
              <a:ext uri="{FF2B5EF4-FFF2-40B4-BE49-F238E27FC236}">
                <a16:creationId xmlns:a16="http://schemas.microsoft.com/office/drawing/2014/main" id="{03CF723C-2E01-4C77-BC31-0EB03F91A216}"/>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a:extLst>
              <a:ext uri="{FF2B5EF4-FFF2-40B4-BE49-F238E27FC236}">
                <a16:creationId xmlns:a16="http://schemas.microsoft.com/office/drawing/2014/main" id="{31FF3742-854F-4CB9-A2AC-5243B6F89AA7}"/>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5" name="Marcador de Posição do Rodapé 4">
            <a:extLst>
              <a:ext uri="{FF2B5EF4-FFF2-40B4-BE49-F238E27FC236}">
                <a16:creationId xmlns:a16="http://schemas.microsoft.com/office/drawing/2014/main" id="{864B2E0A-5F96-42AC-81A1-23A0A3007057}"/>
              </a:ext>
            </a:extLst>
          </p:cNvPr>
          <p:cNvSpPr>
            <a:spLocks noGrp="1"/>
          </p:cNvSpPr>
          <p:nvPr>
            <p:ph type="ftr" sz="quarter" idx="11"/>
          </p:nvPr>
        </p:nvSpPr>
        <p:spPr/>
        <p:txBody>
          <a:bodyPr/>
          <a:lstStyle/>
          <a:p>
            <a:endParaRPr lang="en-US"/>
          </a:p>
        </p:txBody>
      </p:sp>
      <p:sp>
        <p:nvSpPr>
          <p:cNvPr id="6" name="Marcador de Posição do Número do Diapositivo 5">
            <a:extLst>
              <a:ext uri="{FF2B5EF4-FFF2-40B4-BE49-F238E27FC236}">
                <a16:creationId xmlns:a16="http://schemas.microsoft.com/office/drawing/2014/main" id="{560A0C57-00C9-4FF4-B491-D00FBAE9757A}"/>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3542887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2474792-E523-4C26-AD73-853B63135196}"/>
              </a:ext>
            </a:extLst>
          </p:cNvPr>
          <p:cNvSpPr>
            <a:spLocks noGrp="1"/>
          </p:cNvSpPr>
          <p:nvPr>
            <p:ph type="title" orient="vert"/>
          </p:nvPr>
        </p:nvSpPr>
        <p:spPr>
          <a:xfrm>
            <a:off x="15302657" y="1611875"/>
            <a:ext cx="4610844" cy="25656844"/>
          </a:xfrm>
        </p:spPr>
        <p:txBody>
          <a:bodyPr vert="eaVert"/>
          <a:lstStyle/>
          <a:p>
            <a:r>
              <a:rPr lang="pt-PT"/>
              <a:t>Clique para editar o estilo de título do Modelo Global</a:t>
            </a:r>
            <a:endParaRPr lang="en-US"/>
          </a:p>
        </p:txBody>
      </p:sp>
      <p:sp>
        <p:nvSpPr>
          <p:cNvPr id="3" name="Marcador de Posição de Texto Vertical 2">
            <a:extLst>
              <a:ext uri="{FF2B5EF4-FFF2-40B4-BE49-F238E27FC236}">
                <a16:creationId xmlns:a16="http://schemas.microsoft.com/office/drawing/2014/main" id="{A32BC003-1A27-4950-87F1-5C66090EF126}"/>
              </a:ext>
            </a:extLst>
          </p:cNvPr>
          <p:cNvSpPr>
            <a:spLocks noGrp="1"/>
          </p:cNvSpPr>
          <p:nvPr>
            <p:ph type="body" orient="vert" idx="1"/>
          </p:nvPr>
        </p:nvSpPr>
        <p:spPr>
          <a:xfrm>
            <a:off x="1470124" y="1611875"/>
            <a:ext cx="13565237" cy="25656844"/>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a:extLst>
              <a:ext uri="{FF2B5EF4-FFF2-40B4-BE49-F238E27FC236}">
                <a16:creationId xmlns:a16="http://schemas.microsoft.com/office/drawing/2014/main" id="{B20263BF-E89D-4C70-9BF0-ADF25352D70E}"/>
              </a:ext>
            </a:extLst>
          </p:cNvPr>
          <p:cNvSpPr>
            <a:spLocks noGrp="1"/>
          </p:cNvSpPr>
          <p:nvPr>
            <p:ph type="dt" sz="half" idx="10"/>
          </p:nvPr>
        </p:nvSpPr>
        <p:spPr/>
        <p:txBody>
          <a:bodyPr/>
          <a:lstStyle/>
          <a:p>
            <a:fld id="{A29A83BB-6B3D-4A8B-A429-A4BDDA19F7CE}" type="datetimeFigureOut">
              <a:rPr lang="en-US" smtClean="0"/>
              <a:t>6/25/2025</a:t>
            </a:fld>
            <a:endParaRPr lang="en-US"/>
          </a:p>
        </p:txBody>
      </p:sp>
      <p:sp>
        <p:nvSpPr>
          <p:cNvPr id="5" name="Marcador de Posição do Rodapé 4">
            <a:extLst>
              <a:ext uri="{FF2B5EF4-FFF2-40B4-BE49-F238E27FC236}">
                <a16:creationId xmlns:a16="http://schemas.microsoft.com/office/drawing/2014/main" id="{CA8B48E7-1182-4215-86C3-0C55DD709095}"/>
              </a:ext>
            </a:extLst>
          </p:cNvPr>
          <p:cNvSpPr>
            <a:spLocks noGrp="1"/>
          </p:cNvSpPr>
          <p:nvPr>
            <p:ph type="ftr" sz="quarter" idx="11"/>
          </p:nvPr>
        </p:nvSpPr>
        <p:spPr/>
        <p:txBody>
          <a:bodyPr/>
          <a:lstStyle/>
          <a:p>
            <a:endParaRPr lang="en-US"/>
          </a:p>
        </p:txBody>
      </p:sp>
      <p:sp>
        <p:nvSpPr>
          <p:cNvPr id="6" name="Marcador de Posição do Número do Diapositivo 5">
            <a:extLst>
              <a:ext uri="{FF2B5EF4-FFF2-40B4-BE49-F238E27FC236}">
                <a16:creationId xmlns:a16="http://schemas.microsoft.com/office/drawing/2014/main" id="{35611CFD-D09C-48CD-86C5-55C91AF980A6}"/>
              </a:ext>
            </a:extLst>
          </p:cNvPr>
          <p:cNvSpPr>
            <a:spLocks noGrp="1"/>
          </p:cNvSpPr>
          <p:nvPr>
            <p:ph type="sldNum" sz="quarter" idx="12"/>
          </p:nvPr>
        </p:nvSpPr>
        <p:spPr/>
        <p:txBody>
          <a:bodyPr/>
          <a:lstStyle/>
          <a:p>
            <a:fld id="{508F2EC3-6C49-485F-B0E0-B7E2F417AE19}" type="slidenum">
              <a:rPr lang="en-US" smtClean="0"/>
              <a:t>‹#›</a:t>
            </a:fld>
            <a:endParaRPr lang="en-US"/>
          </a:p>
        </p:txBody>
      </p:sp>
    </p:spTree>
    <p:extLst>
      <p:ext uri="{BB962C8B-B14F-4D97-AF65-F5344CB8AC3E}">
        <p14:creationId xmlns:p14="http://schemas.microsoft.com/office/powerpoint/2010/main" val="2684495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82492B12-600F-4721-865C-D3DDB0AAD6C2}"/>
              </a:ext>
            </a:extLst>
          </p:cNvPr>
          <p:cNvSpPr>
            <a:spLocks noGrp="1"/>
          </p:cNvSpPr>
          <p:nvPr>
            <p:ph type="title"/>
          </p:nvPr>
        </p:nvSpPr>
        <p:spPr>
          <a:xfrm>
            <a:off x="1470124" y="1611877"/>
            <a:ext cx="18443377" cy="5851808"/>
          </a:xfrm>
          <a:prstGeom prst="rect">
            <a:avLst/>
          </a:prstGeom>
        </p:spPr>
        <p:txBody>
          <a:bodyPr vert="horz" lIns="91440" tIns="45720" rIns="91440" bIns="45720" rtlCol="0" anchor="ctr">
            <a:normAutofit/>
          </a:bodyPr>
          <a:lstStyle/>
          <a:p>
            <a:r>
              <a:rPr lang="pt-PT"/>
              <a:t>Clique para editar o estilo de título do Modelo Global</a:t>
            </a:r>
            <a:endParaRPr lang="en-US"/>
          </a:p>
        </p:txBody>
      </p:sp>
      <p:sp>
        <p:nvSpPr>
          <p:cNvPr id="3" name="Marcador de Posição do Texto 2">
            <a:extLst>
              <a:ext uri="{FF2B5EF4-FFF2-40B4-BE49-F238E27FC236}">
                <a16:creationId xmlns:a16="http://schemas.microsoft.com/office/drawing/2014/main" id="{353B4116-3F2D-41A9-824D-E1BE8D20076D}"/>
              </a:ext>
            </a:extLst>
          </p:cNvPr>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a:extLst>
              <a:ext uri="{FF2B5EF4-FFF2-40B4-BE49-F238E27FC236}">
                <a16:creationId xmlns:a16="http://schemas.microsoft.com/office/drawing/2014/main" id="{9979B6F5-A8C1-46AD-B910-10944F6FFA94}"/>
              </a:ext>
            </a:extLst>
          </p:cNvPr>
          <p:cNvSpPr>
            <a:spLocks noGrp="1"/>
          </p:cNvSpPr>
          <p:nvPr>
            <p:ph type="dt" sz="half" idx="2"/>
          </p:nvPr>
        </p:nvSpPr>
        <p:spPr>
          <a:xfrm>
            <a:off x="1470124" y="28060639"/>
            <a:ext cx="4811316" cy="1611875"/>
          </a:xfrm>
          <a:prstGeom prst="rect">
            <a:avLst/>
          </a:prstGeom>
        </p:spPr>
        <p:txBody>
          <a:bodyPr vert="horz" lIns="91440" tIns="45720" rIns="91440" bIns="45720" rtlCol="0" anchor="ctr"/>
          <a:lstStyle>
            <a:lvl1pPr algn="l">
              <a:defRPr sz="2105">
                <a:solidFill>
                  <a:schemeClr val="tx1">
                    <a:tint val="75000"/>
                  </a:schemeClr>
                </a:solidFill>
              </a:defRPr>
            </a:lvl1pPr>
          </a:lstStyle>
          <a:p>
            <a:fld id="{A29A83BB-6B3D-4A8B-A429-A4BDDA19F7CE}" type="datetimeFigureOut">
              <a:rPr lang="en-US" smtClean="0"/>
              <a:t>6/25/2025</a:t>
            </a:fld>
            <a:endParaRPr lang="en-US"/>
          </a:p>
        </p:txBody>
      </p:sp>
      <p:sp>
        <p:nvSpPr>
          <p:cNvPr id="5" name="Marcador de Posição do Rodapé 4">
            <a:extLst>
              <a:ext uri="{FF2B5EF4-FFF2-40B4-BE49-F238E27FC236}">
                <a16:creationId xmlns:a16="http://schemas.microsoft.com/office/drawing/2014/main" id="{34776D7F-97AE-4227-B4FA-26F0E9754F00}"/>
              </a:ext>
            </a:extLst>
          </p:cNvPr>
          <p:cNvSpPr>
            <a:spLocks noGrp="1"/>
          </p:cNvSpPr>
          <p:nvPr>
            <p:ph type="ftr" sz="quarter" idx="3"/>
          </p:nvPr>
        </p:nvSpPr>
        <p:spPr>
          <a:xfrm>
            <a:off x="7083326" y="28060639"/>
            <a:ext cx="7216973" cy="1611875"/>
          </a:xfrm>
          <a:prstGeom prst="rect">
            <a:avLst/>
          </a:prstGeom>
        </p:spPr>
        <p:txBody>
          <a:bodyPr vert="horz" lIns="91440" tIns="45720" rIns="91440" bIns="45720" rtlCol="0" anchor="ctr"/>
          <a:lstStyle>
            <a:lvl1pPr algn="ctr">
              <a:defRPr sz="2105">
                <a:solidFill>
                  <a:schemeClr val="tx1">
                    <a:tint val="75000"/>
                  </a:schemeClr>
                </a:solidFill>
              </a:defRPr>
            </a:lvl1pPr>
          </a:lstStyle>
          <a:p>
            <a:endParaRPr lang="en-US"/>
          </a:p>
        </p:txBody>
      </p:sp>
      <p:sp>
        <p:nvSpPr>
          <p:cNvPr id="6" name="Marcador de Posição do Número do Diapositivo 5">
            <a:extLst>
              <a:ext uri="{FF2B5EF4-FFF2-40B4-BE49-F238E27FC236}">
                <a16:creationId xmlns:a16="http://schemas.microsoft.com/office/drawing/2014/main" id="{CABA7A57-A29B-4DE4-B4B7-C95A22BBAB8A}"/>
              </a:ext>
            </a:extLst>
          </p:cNvPr>
          <p:cNvSpPr>
            <a:spLocks noGrp="1"/>
          </p:cNvSpPr>
          <p:nvPr>
            <p:ph type="sldNum" sz="quarter" idx="4"/>
          </p:nvPr>
        </p:nvSpPr>
        <p:spPr>
          <a:xfrm>
            <a:off x="15102185" y="28060639"/>
            <a:ext cx="4811316" cy="1611875"/>
          </a:xfrm>
          <a:prstGeom prst="rect">
            <a:avLst/>
          </a:prstGeom>
        </p:spPr>
        <p:txBody>
          <a:bodyPr vert="horz" lIns="91440" tIns="45720" rIns="91440" bIns="45720" rtlCol="0" anchor="ctr"/>
          <a:lstStyle>
            <a:lvl1pPr algn="r">
              <a:defRPr sz="2105">
                <a:solidFill>
                  <a:schemeClr val="tx1">
                    <a:tint val="75000"/>
                  </a:schemeClr>
                </a:solidFill>
              </a:defRPr>
            </a:lvl1pPr>
          </a:lstStyle>
          <a:p>
            <a:fld id="{508F2EC3-6C49-485F-B0E0-B7E2F417AE19}" type="slidenum">
              <a:rPr lang="en-US" smtClean="0"/>
              <a:t>‹#›</a:t>
            </a:fld>
            <a:endParaRPr lang="en-US"/>
          </a:p>
        </p:txBody>
      </p:sp>
    </p:spTree>
    <p:extLst>
      <p:ext uri="{BB962C8B-B14F-4D97-AF65-F5344CB8AC3E}">
        <p14:creationId xmlns:p14="http://schemas.microsoft.com/office/powerpoint/2010/main" val="63180203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1603766" rtl="0" eaLnBrk="1" latinLnBrk="0" hangingPunct="1">
        <a:lnSpc>
          <a:spcPct val="90000"/>
        </a:lnSpc>
        <a:spcBef>
          <a:spcPct val="0"/>
        </a:spcBef>
        <a:buNone/>
        <a:defRPr sz="7717" kern="1200">
          <a:solidFill>
            <a:schemeClr val="tx1"/>
          </a:solidFill>
          <a:latin typeface="+mj-lt"/>
          <a:ea typeface="+mj-ea"/>
          <a:cs typeface="+mj-cs"/>
        </a:defRPr>
      </a:lvl1pPr>
    </p:titleStyle>
    <p:bodyStyle>
      <a:lvl1pPr marL="400942" indent="-400942" algn="l" defTabSz="1603766" rtl="0" eaLnBrk="1" latinLnBrk="0" hangingPunct="1">
        <a:lnSpc>
          <a:spcPct val="90000"/>
        </a:lnSpc>
        <a:spcBef>
          <a:spcPts val="1754"/>
        </a:spcBef>
        <a:buFont typeface="Arial" panose="020B0604020202020204" pitchFamily="34" charset="0"/>
        <a:buChar char="•"/>
        <a:defRPr sz="4911" kern="1200">
          <a:solidFill>
            <a:schemeClr val="tx1"/>
          </a:solidFill>
          <a:latin typeface="+mn-lt"/>
          <a:ea typeface="+mn-ea"/>
          <a:cs typeface="+mn-cs"/>
        </a:defRPr>
      </a:lvl1pPr>
      <a:lvl2pPr marL="1202825" indent="-400942" algn="l" defTabSz="1603766" rtl="0" eaLnBrk="1" latinLnBrk="0" hangingPunct="1">
        <a:lnSpc>
          <a:spcPct val="90000"/>
        </a:lnSpc>
        <a:spcBef>
          <a:spcPts val="877"/>
        </a:spcBef>
        <a:buFont typeface="Arial" panose="020B0604020202020204" pitchFamily="34" charset="0"/>
        <a:buChar char="•"/>
        <a:defRPr sz="4209" kern="1200">
          <a:solidFill>
            <a:schemeClr val="tx1"/>
          </a:solidFill>
          <a:latin typeface="+mn-lt"/>
          <a:ea typeface="+mn-ea"/>
          <a:cs typeface="+mn-cs"/>
        </a:defRPr>
      </a:lvl2pPr>
      <a:lvl3pPr marL="2004708" indent="-400942" algn="l" defTabSz="1603766" rtl="0" eaLnBrk="1" latinLnBrk="0" hangingPunct="1">
        <a:lnSpc>
          <a:spcPct val="90000"/>
        </a:lnSpc>
        <a:spcBef>
          <a:spcPts val="877"/>
        </a:spcBef>
        <a:buFont typeface="Arial" panose="020B0604020202020204" pitchFamily="34" charset="0"/>
        <a:buChar char="•"/>
        <a:defRPr sz="3508" kern="1200">
          <a:solidFill>
            <a:schemeClr val="tx1"/>
          </a:solidFill>
          <a:latin typeface="+mn-lt"/>
          <a:ea typeface="+mn-ea"/>
          <a:cs typeface="+mn-cs"/>
        </a:defRPr>
      </a:lvl3pPr>
      <a:lvl4pPr marL="2806591"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4pPr>
      <a:lvl5pPr marL="3608474"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5pPr>
      <a:lvl6pPr marL="4410357"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6pPr>
      <a:lvl7pPr marL="5212240"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7pPr>
      <a:lvl8pPr marL="6014123"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8pPr>
      <a:lvl9pPr marL="6816006"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9pPr>
    </p:bodyStyle>
    <p:otherStyle>
      <a:defPPr>
        <a:defRPr lang="en-US"/>
      </a:defPPr>
      <a:lvl1pPr marL="0" algn="l" defTabSz="1603766" rtl="0" eaLnBrk="1" latinLnBrk="0" hangingPunct="1">
        <a:defRPr sz="3157" kern="1200">
          <a:solidFill>
            <a:schemeClr val="tx1"/>
          </a:solidFill>
          <a:latin typeface="+mn-lt"/>
          <a:ea typeface="+mn-ea"/>
          <a:cs typeface="+mn-cs"/>
        </a:defRPr>
      </a:lvl1pPr>
      <a:lvl2pPr marL="801883" algn="l" defTabSz="1603766" rtl="0" eaLnBrk="1" latinLnBrk="0" hangingPunct="1">
        <a:defRPr sz="3157" kern="1200">
          <a:solidFill>
            <a:schemeClr val="tx1"/>
          </a:solidFill>
          <a:latin typeface="+mn-lt"/>
          <a:ea typeface="+mn-ea"/>
          <a:cs typeface="+mn-cs"/>
        </a:defRPr>
      </a:lvl2pPr>
      <a:lvl3pPr marL="1603766" algn="l" defTabSz="1603766" rtl="0" eaLnBrk="1" latinLnBrk="0" hangingPunct="1">
        <a:defRPr sz="3157" kern="1200">
          <a:solidFill>
            <a:schemeClr val="tx1"/>
          </a:solidFill>
          <a:latin typeface="+mn-lt"/>
          <a:ea typeface="+mn-ea"/>
          <a:cs typeface="+mn-cs"/>
        </a:defRPr>
      </a:lvl3pPr>
      <a:lvl4pPr marL="2405649" algn="l" defTabSz="1603766" rtl="0" eaLnBrk="1" latinLnBrk="0" hangingPunct="1">
        <a:defRPr sz="3157" kern="1200">
          <a:solidFill>
            <a:schemeClr val="tx1"/>
          </a:solidFill>
          <a:latin typeface="+mn-lt"/>
          <a:ea typeface="+mn-ea"/>
          <a:cs typeface="+mn-cs"/>
        </a:defRPr>
      </a:lvl4pPr>
      <a:lvl5pPr marL="3207532" algn="l" defTabSz="1603766" rtl="0" eaLnBrk="1" latinLnBrk="0" hangingPunct="1">
        <a:defRPr sz="3157" kern="1200">
          <a:solidFill>
            <a:schemeClr val="tx1"/>
          </a:solidFill>
          <a:latin typeface="+mn-lt"/>
          <a:ea typeface="+mn-ea"/>
          <a:cs typeface="+mn-cs"/>
        </a:defRPr>
      </a:lvl5pPr>
      <a:lvl6pPr marL="4009415" algn="l" defTabSz="1603766" rtl="0" eaLnBrk="1" latinLnBrk="0" hangingPunct="1">
        <a:defRPr sz="3157" kern="1200">
          <a:solidFill>
            <a:schemeClr val="tx1"/>
          </a:solidFill>
          <a:latin typeface="+mn-lt"/>
          <a:ea typeface="+mn-ea"/>
          <a:cs typeface="+mn-cs"/>
        </a:defRPr>
      </a:lvl6pPr>
      <a:lvl7pPr marL="4811298" algn="l" defTabSz="1603766" rtl="0" eaLnBrk="1" latinLnBrk="0" hangingPunct="1">
        <a:defRPr sz="3157" kern="1200">
          <a:solidFill>
            <a:schemeClr val="tx1"/>
          </a:solidFill>
          <a:latin typeface="+mn-lt"/>
          <a:ea typeface="+mn-ea"/>
          <a:cs typeface="+mn-cs"/>
        </a:defRPr>
      </a:lvl7pPr>
      <a:lvl8pPr marL="5613182" algn="l" defTabSz="1603766" rtl="0" eaLnBrk="1" latinLnBrk="0" hangingPunct="1">
        <a:defRPr sz="3157" kern="1200">
          <a:solidFill>
            <a:schemeClr val="tx1"/>
          </a:solidFill>
          <a:latin typeface="+mn-lt"/>
          <a:ea typeface="+mn-ea"/>
          <a:cs typeface="+mn-cs"/>
        </a:defRPr>
      </a:lvl8pPr>
      <a:lvl9pPr marL="6415065" algn="l" defTabSz="1603766" rtl="0" eaLnBrk="1" latinLnBrk="0" hangingPunct="1">
        <a:defRPr sz="315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a52965@alunos.ipb.pt" TargetMode="External"/><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9.jpg"/><Relationship Id="rId2" Type="http://schemas.openxmlformats.org/officeDocument/2006/relationships/image" Target="../media/image1.wmf"/><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8.jp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hyperlink" Target="mailto:jpcoelho@ipb.p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tângulo 37">
            <a:extLst>
              <a:ext uri="{FF2B5EF4-FFF2-40B4-BE49-F238E27FC236}">
                <a16:creationId xmlns:a16="http://schemas.microsoft.com/office/drawing/2014/main" id="{03510271-0B38-4434-B285-09ADBC1C2647}"/>
              </a:ext>
            </a:extLst>
          </p:cNvPr>
          <p:cNvSpPr/>
          <p:nvPr/>
        </p:nvSpPr>
        <p:spPr>
          <a:xfrm>
            <a:off x="-1" y="27349200"/>
            <a:ext cx="21383625" cy="3000788"/>
          </a:xfrm>
          <a:prstGeom prst="rect">
            <a:avLst/>
          </a:prstGeom>
          <a:solidFill>
            <a:srgbClr val="DAEC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ustomShape 1"/>
          <p:cNvSpPr/>
          <p:nvPr/>
        </p:nvSpPr>
        <p:spPr>
          <a:xfrm>
            <a:off x="1154520" y="4415715"/>
            <a:ext cx="18943200" cy="2642310"/>
          </a:xfrm>
          <a:prstGeom prst="rect">
            <a:avLst/>
          </a:prstGeom>
          <a:solidFill>
            <a:schemeClr val="bg1"/>
          </a:solidFill>
          <a:ln>
            <a:noFill/>
          </a:ln>
          <a:effectLst>
            <a:outerShdw blurRad="139700" dist="37923" dir="4201013" sx="101000" sy="101000" algn="tl" rotWithShape="0">
              <a:schemeClr val="bg2">
                <a:lumMod val="75000"/>
                <a:alpha val="25000"/>
              </a:schemeClr>
            </a:outerShdw>
          </a:effectLst>
        </p:spPr>
        <p:style>
          <a:lnRef idx="2">
            <a:schemeClr val="accent1">
              <a:shade val="50000"/>
            </a:schemeClr>
          </a:lnRef>
          <a:fillRef idx="1">
            <a:schemeClr val="accent1"/>
          </a:fillRef>
          <a:effectRef idx="0">
            <a:schemeClr val="accent1"/>
          </a:effectRef>
          <a:fontRef idx="minor"/>
        </p:style>
        <p:txBody>
          <a:bodyPr/>
          <a:lstStyle/>
          <a:p>
            <a:endParaRPr lang="en-PT"/>
          </a:p>
        </p:txBody>
      </p:sp>
      <p:sp>
        <p:nvSpPr>
          <p:cNvPr id="44" name="CustomShape 2"/>
          <p:cNvSpPr/>
          <p:nvPr/>
        </p:nvSpPr>
        <p:spPr>
          <a:xfrm>
            <a:off x="1154519" y="7314345"/>
            <a:ext cx="6733801" cy="10592969"/>
          </a:xfrm>
          <a:prstGeom prst="rect">
            <a:avLst/>
          </a:prstGeom>
          <a:solidFill>
            <a:schemeClr val="bg1"/>
          </a:solidFill>
          <a:ln>
            <a:noFill/>
          </a:ln>
          <a:effectLst>
            <a:outerShdw blurRad="139700" dist="37923" dir="4201013" sx="101000" sy="101000" algn="tl" rotWithShape="0">
              <a:schemeClr val="bg2">
                <a:lumMod val="75000"/>
                <a:alpha val="25000"/>
              </a:schemeClr>
            </a:outerShdw>
          </a:effectLst>
        </p:spPr>
        <p:style>
          <a:lnRef idx="2">
            <a:schemeClr val="accent1">
              <a:shade val="50000"/>
            </a:schemeClr>
          </a:lnRef>
          <a:fillRef idx="1">
            <a:schemeClr val="accent1"/>
          </a:fillRef>
          <a:effectRef idx="0">
            <a:schemeClr val="accent1"/>
          </a:effectRef>
          <a:fontRef idx="minor"/>
        </p:style>
        <p:txBody>
          <a:bodyPr/>
          <a:lstStyle/>
          <a:p>
            <a:endParaRPr lang="en-PT"/>
          </a:p>
        </p:txBody>
      </p:sp>
      <p:sp>
        <p:nvSpPr>
          <p:cNvPr id="45" name="CustomShape 3"/>
          <p:cNvSpPr/>
          <p:nvPr/>
        </p:nvSpPr>
        <p:spPr>
          <a:xfrm>
            <a:off x="8332859" y="7314345"/>
            <a:ext cx="11679481" cy="10550475"/>
          </a:xfrm>
          <a:prstGeom prst="rect">
            <a:avLst/>
          </a:prstGeom>
          <a:solidFill>
            <a:schemeClr val="bg1"/>
          </a:solidFill>
          <a:ln>
            <a:noFill/>
          </a:ln>
          <a:effectLst>
            <a:outerShdw blurRad="139700" dist="37923" dir="4201013" sx="101000" sy="101000" algn="tl" rotWithShape="0">
              <a:schemeClr val="bg2">
                <a:lumMod val="75000"/>
                <a:alpha val="25000"/>
              </a:schemeClr>
            </a:outerShdw>
          </a:effectLst>
        </p:spPr>
        <p:style>
          <a:lnRef idx="2">
            <a:schemeClr val="accent1">
              <a:shade val="50000"/>
            </a:schemeClr>
          </a:lnRef>
          <a:fillRef idx="1">
            <a:schemeClr val="accent1"/>
          </a:fillRef>
          <a:effectRef idx="0">
            <a:schemeClr val="accent1"/>
          </a:effectRef>
          <a:fontRef idx="minor"/>
        </p:style>
        <p:txBody>
          <a:bodyPr/>
          <a:lstStyle/>
          <a:p>
            <a:endParaRPr lang="en-PT" dirty="0"/>
          </a:p>
        </p:txBody>
      </p:sp>
      <p:sp>
        <p:nvSpPr>
          <p:cNvPr id="46" name="CustomShape 4"/>
          <p:cNvSpPr/>
          <p:nvPr/>
        </p:nvSpPr>
        <p:spPr>
          <a:xfrm>
            <a:off x="1161000" y="18505260"/>
            <a:ext cx="12469680" cy="8057160"/>
          </a:xfrm>
          <a:prstGeom prst="rect">
            <a:avLst/>
          </a:prstGeom>
          <a:solidFill>
            <a:schemeClr val="bg1"/>
          </a:solidFill>
          <a:ln>
            <a:noFill/>
          </a:ln>
          <a:effectLst>
            <a:outerShdw blurRad="139700" dist="37923" dir="4201013" sx="101000" sy="101000" algn="tl" rotWithShape="0">
              <a:schemeClr val="bg2">
                <a:lumMod val="75000"/>
                <a:alpha val="25000"/>
              </a:schemeClr>
            </a:outerShdw>
          </a:effectLst>
        </p:spPr>
        <p:style>
          <a:lnRef idx="2">
            <a:schemeClr val="accent1">
              <a:shade val="50000"/>
            </a:schemeClr>
          </a:lnRef>
          <a:fillRef idx="1">
            <a:schemeClr val="accent1"/>
          </a:fillRef>
          <a:effectRef idx="0">
            <a:schemeClr val="accent1"/>
          </a:effectRef>
          <a:fontRef idx="minor"/>
        </p:style>
        <p:txBody>
          <a:bodyPr/>
          <a:lstStyle/>
          <a:p>
            <a:endParaRPr lang="en-PT"/>
          </a:p>
        </p:txBody>
      </p:sp>
      <p:sp>
        <p:nvSpPr>
          <p:cNvPr id="47" name="CustomShape 5"/>
          <p:cNvSpPr/>
          <p:nvPr/>
        </p:nvSpPr>
        <p:spPr>
          <a:xfrm>
            <a:off x="14247720" y="18505260"/>
            <a:ext cx="5889960" cy="8057160"/>
          </a:xfrm>
          <a:prstGeom prst="rect">
            <a:avLst/>
          </a:prstGeom>
          <a:solidFill>
            <a:schemeClr val="bg1"/>
          </a:solidFill>
          <a:ln>
            <a:noFill/>
          </a:ln>
          <a:effectLst>
            <a:outerShdw blurRad="139700" dist="37923" dir="4201013" sx="101000" sy="101000" algn="tl" rotWithShape="0">
              <a:schemeClr val="bg2">
                <a:lumMod val="75000"/>
                <a:alpha val="25000"/>
              </a:schemeClr>
            </a:outerShdw>
          </a:effectLst>
        </p:spPr>
        <p:style>
          <a:lnRef idx="2">
            <a:schemeClr val="accent1">
              <a:shade val="50000"/>
            </a:schemeClr>
          </a:lnRef>
          <a:fillRef idx="1">
            <a:schemeClr val="accent1"/>
          </a:fillRef>
          <a:effectRef idx="0">
            <a:schemeClr val="accent1"/>
          </a:effectRef>
          <a:fontRef idx="minor"/>
        </p:style>
        <p:txBody>
          <a:bodyPr/>
          <a:lstStyle/>
          <a:p>
            <a:endParaRPr lang="en-PT"/>
          </a:p>
        </p:txBody>
      </p:sp>
      <p:pic>
        <p:nvPicPr>
          <p:cNvPr id="48" name="Imagem 21"/>
          <p:cNvPicPr/>
          <p:nvPr/>
        </p:nvPicPr>
        <p:blipFill>
          <a:blip r:embed="rId2"/>
          <a:stretch/>
        </p:blipFill>
        <p:spPr>
          <a:xfrm>
            <a:off x="8732520" y="7691269"/>
            <a:ext cx="304560" cy="367920"/>
          </a:xfrm>
          <a:prstGeom prst="rect">
            <a:avLst/>
          </a:prstGeom>
          <a:ln>
            <a:noFill/>
          </a:ln>
        </p:spPr>
      </p:pic>
      <p:pic>
        <p:nvPicPr>
          <p:cNvPr id="49" name="Imagem 22"/>
          <p:cNvPicPr/>
          <p:nvPr/>
        </p:nvPicPr>
        <p:blipFill>
          <a:blip r:embed="rId2"/>
          <a:stretch/>
        </p:blipFill>
        <p:spPr>
          <a:xfrm>
            <a:off x="1371285" y="7555549"/>
            <a:ext cx="304560" cy="367920"/>
          </a:xfrm>
          <a:prstGeom prst="rect">
            <a:avLst/>
          </a:prstGeom>
          <a:ln>
            <a:noFill/>
          </a:ln>
        </p:spPr>
      </p:pic>
      <p:pic>
        <p:nvPicPr>
          <p:cNvPr id="50" name="Imagem 23"/>
          <p:cNvPicPr/>
          <p:nvPr/>
        </p:nvPicPr>
        <p:blipFill>
          <a:blip r:embed="rId2"/>
          <a:stretch/>
        </p:blipFill>
        <p:spPr>
          <a:xfrm>
            <a:off x="1525680" y="4544820"/>
            <a:ext cx="304560" cy="367920"/>
          </a:xfrm>
          <a:prstGeom prst="rect">
            <a:avLst/>
          </a:prstGeom>
          <a:ln>
            <a:noFill/>
          </a:ln>
        </p:spPr>
      </p:pic>
      <p:pic>
        <p:nvPicPr>
          <p:cNvPr id="51" name="Imagem 24"/>
          <p:cNvPicPr/>
          <p:nvPr/>
        </p:nvPicPr>
        <p:blipFill>
          <a:blip r:embed="rId2"/>
          <a:stretch/>
        </p:blipFill>
        <p:spPr>
          <a:xfrm>
            <a:off x="1525680" y="18761580"/>
            <a:ext cx="304560" cy="367920"/>
          </a:xfrm>
          <a:prstGeom prst="rect">
            <a:avLst/>
          </a:prstGeom>
          <a:ln>
            <a:noFill/>
          </a:ln>
        </p:spPr>
      </p:pic>
      <p:sp>
        <p:nvSpPr>
          <p:cNvPr id="52" name="CustomShape 6"/>
          <p:cNvSpPr/>
          <p:nvPr/>
        </p:nvSpPr>
        <p:spPr>
          <a:xfrm>
            <a:off x="1951200" y="18636660"/>
            <a:ext cx="11679480" cy="639360"/>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pt-PT" sz="3600" b="1" strike="noStrike" spc="-1">
                <a:solidFill>
                  <a:srgbClr val="2D1050"/>
                </a:solidFill>
                <a:latin typeface="Calibri"/>
              </a:rPr>
              <a:t>RESULTS AND CONCLUSIONS</a:t>
            </a:r>
            <a:endParaRPr lang="en-US" sz="3600" b="0" strike="noStrike" spc="-1">
              <a:solidFill>
                <a:srgbClr val="2D1050"/>
              </a:solidFill>
              <a:latin typeface="Arial"/>
            </a:endParaRPr>
          </a:p>
        </p:txBody>
      </p:sp>
      <p:sp>
        <p:nvSpPr>
          <p:cNvPr id="53" name="CustomShape 7"/>
          <p:cNvSpPr/>
          <p:nvPr/>
        </p:nvSpPr>
        <p:spPr>
          <a:xfrm>
            <a:off x="1525680" y="19344780"/>
            <a:ext cx="5646600" cy="267620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The two degree of freedom system measured a Yagi-Uda antenna at 868 MHz, capturing a primary lobe at 90° with a 3 dB beamwidth of 49.08° (simulated: 53.5°) and a front-to-back ratio of 17.01 dB (simulated: 16.3 dB). Environmental reflections caused minor variations.</a:t>
            </a:r>
          </a:p>
        </p:txBody>
      </p:sp>
      <p:sp>
        <p:nvSpPr>
          <p:cNvPr id="54" name="CustomShape 8"/>
          <p:cNvSpPr/>
          <p:nvPr/>
        </p:nvSpPr>
        <p:spPr>
          <a:xfrm>
            <a:off x="7683480" y="19344780"/>
            <a:ext cx="5436000" cy="315370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ts val="2999"/>
              </a:lnSpc>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The system supports classroom learning, engaging students in antenna analysis. Future enhancements include noise filters, a balun, and digital tutorials. Open-source designs encourage improvements. As shown in Figure 2, measured data align with simulations, validating the system’s educational utility.</a:t>
            </a:r>
          </a:p>
        </p:txBody>
      </p:sp>
      <p:sp>
        <p:nvSpPr>
          <p:cNvPr id="55" name="CustomShape 9"/>
          <p:cNvSpPr/>
          <p:nvPr/>
        </p:nvSpPr>
        <p:spPr>
          <a:xfrm>
            <a:off x="9087840" y="7592750"/>
            <a:ext cx="10924500" cy="644877"/>
          </a:xfrm>
          <a:prstGeom prst="rect">
            <a:avLst/>
          </a:prstGeom>
          <a:solidFill>
            <a:schemeClr val="bg1"/>
          </a:solidFill>
          <a:ln>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pt-PT" sz="3600" b="1" strike="noStrike" spc="-1" dirty="0">
                <a:solidFill>
                  <a:srgbClr val="2D1050"/>
                </a:solidFill>
                <a:latin typeface="Calibri"/>
              </a:rPr>
              <a:t>METHODOLOGY</a:t>
            </a:r>
            <a:endParaRPr lang="en-US" sz="3600" b="0" strike="noStrike" spc="-1" dirty="0">
              <a:solidFill>
                <a:srgbClr val="2D1050"/>
              </a:solidFill>
              <a:latin typeface="Arial"/>
            </a:endParaRPr>
          </a:p>
        </p:txBody>
      </p:sp>
      <p:sp>
        <p:nvSpPr>
          <p:cNvPr id="56" name="CustomShape 10"/>
          <p:cNvSpPr/>
          <p:nvPr/>
        </p:nvSpPr>
        <p:spPr>
          <a:xfrm>
            <a:off x="1951200" y="4454222"/>
            <a:ext cx="4725720" cy="644877"/>
          </a:xfrm>
          <a:prstGeom prst="rect">
            <a:avLst/>
          </a:prstGeom>
          <a:solidFill>
            <a:schemeClr val="bg1">
              <a:alpha val="27000"/>
            </a:schemeClr>
          </a:solidFill>
          <a:ln>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pt-PT" sz="3600" b="1" strike="noStrike" spc="-1">
                <a:solidFill>
                  <a:srgbClr val="2D1050"/>
                </a:solidFill>
                <a:latin typeface="Calibri"/>
              </a:rPr>
              <a:t>ABSTRACT</a:t>
            </a:r>
            <a:endParaRPr lang="en-US" sz="3600" b="0" strike="noStrike" spc="-1" dirty="0">
              <a:solidFill>
                <a:srgbClr val="2D1050"/>
              </a:solidFill>
              <a:latin typeface="Arial"/>
            </a:endParaRPr>
          </a:p>
        </p:txBody>
      </p:sp>
      <p:sp>
        <p:nvSpPr>
          <p:cNvPr id="57" name="CustomShape 11"/>
          <p:cNvSpPr/>
          <p:nvPr/>
        </p:nvSpPr>
        <p:spPr>
          <a:xfrm>
            <a:off x="1766880" y="7555549"/>
            <a:ext cx="4725720" cy="639360"/>
          </a:xfrm>
          <a:prstGeom prst="rect">
            <a:avLst/>
          </a:prstGeom>
          <a:solidFill>
            <a:schemeClr val="bg1">
              <a:alpha val="27000"/>
            </a:schemeClr>
          </a:solidFill>
          <a:ln>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pt-PT" sz="3600" b="1" strike="noStrike" spc="-1" dirty="0">
                <a:solidFill>
                  <a:srgbClr val="2D1050"/>
                </a:solidFill>
                <a:latin typeface="Calibri"/>
              </a:rPr>
              <a:t>OBJECTIVES</a:t>
            </a:r>
            <a:endParaRPr lang="en-US" sz="3600" b="0" strike="noStrike" spc="-1" dirty="0">
              <a:solidFill>
                <a:srgbClr val="2D1050"/>
              </a:solidFill>
              <a:latin typeface="Arial"/>
            </a:endParaRPr>
          </a:p>
        </p:txBody>
      </p:sp>
      <p:sp>
        <p:nvSpPr>
          <p:cNvPr id="58" name="CustomShape 12"/>
          <p:cNvSpPr/>
          <p:nvPr/>
        </p:nvSpPr>
        <p:spPr>
          <a:xfrm>
            <a:off x="1525680" y="5200380"/>
            <a:ext cx="18235080" cy="198832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ts val="2999"/>
              </a:lnSpc>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Antenna radiation patterns are critical for wireless communication performance, defining signal coverage and interference. Simulations predict patterns, but real-world conditions introduce variations. Commercial measurement systems, though accurate, are costly and complex for educational settings, limiting hands-on learning. This work addresses this gap by developing a low-cost, automated system for measuring antenna radiation patterns, enhancing practical telecommunications education.</a:t>
            </a:r>
          </a:p>
          <a:p>
            <a:pPr algn="just">
              <a:lnSpc>
                <a:spcPts val="2999"/>
              </a:lnSpc>
            </a:pPr>
            <a:endParaRPr lang="en-US" sz="2400" b="0" strike="noStrike" spc="-1" dirty="0">
              <a:solidFill>
                <a:srgbClr val="2D1050"/>
              </a:solidFill>
              <a:latin typeface="Arial"/>
            </a:endParaRPr>
          </a:p>
        </p:txBody>
      </p:sp>
      <p:sp>
        <p:nvSpPr>
          <p:cNvPr id="59" name="CustomShape 13"/>
          <p:cNvSpPr/>
          <p:nvPr/>
        </p:nvSpPr>
        <p:spPr>
          <a:xfrm>
            <a:off x="8597880" y="8274829"/>
            <a:ext cx="5712120" cy="392314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ts val="2999"/>
              </a:lnSpc>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The two degree of freedom system </a:t>
            </a:r>
            <a:r>
              <a:rPr lang="en-US" sz="2400" dirty="0" err="1">
                <a:solidFill>
                  <a:srgbClr val="2D1050"/>
                </a:solidFill>
                <a:latin typeface="Calibri" panose="020F0502020204030204" pitchFamily="34" charset="0"/>
                <a:ea typeface="Calibri" panose="020F0502020204030204" pitchFamily="34" charset="0"/>
                <a:cs typeface="Calibri" panose="020F0502020204030204" pitchFamily="34" charset="0"/>
              </a:rPr>
              <a:t>utilises</a:t>
            </a: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 Arduino-controlled NEMA 17 stepper motors (1.8° resolution) for antenna rotation. An AD8313 RF power detector measures signal strength at 868 </a:t>
            </a:r>
            <a:r>
              <a:rPr lang="en-US" sz="2400" dirty="0" err="1">
                <a:solidFill>
                  <a:srgbClr val="2D1050"/>
                </a:solidFill>
                <a:latin typeface="Calibri" panose="020F0502020204030204" pitchFamily="34" charset="0"/>
                <a:ea typeface="Calibri" panose="020F0502020204030204" pitchFamily="34" charset="0"/>
                <a:cs typeface="Calibri" panose="020F0502020204030204" pitchFamily="34" charset="0"/>
              </a:rPr>
              <a:t>MHz.</a:t>
            </a: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 Designed in SolidWorks, the platform integrates with MATLAB for real-time </a:t>
            </a:r>
            <a:r>
              <a:rPr lang="en-US" sz="2400" dirty="0" err="1">
                <a:solidFill>
                  <a:srgbClr val="2D1050"/>
                </a:solidFill>
                <a:latin typeface="Calibri" panose="020F0502020204030204" pitchFamily="34" charset="0"/>
                <a:ea typeface="Calibri" panose="020F0502020204030204" pitchFamily="34" charset="0"/>
                <a:cs typeface="Calibri" panose="020F0502020204030204" pitchFamily="34" charset="0"/>
              </a:rPr>
              <a:t>visualisation</a:t>
            </a: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 enabling automated scanning of radiation patterns.</a:t>
            </a:r>
          </a:p>
          <a:p>
            <a:pPr algn="just">
              <a:lnSpc>
                <a:spcPts val="2999"/>
              </a:lnSpc>
            </a:pPr>
            <a:endPar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endParaRPr>
          </a:p>
        </p:txBody>
      </p:sp>
      <p:sp>
        <p:nvSpPr>
          <p:cNvPr id="60" name="CustomShape 14"/>
          <p:cNvSpPr/>
          <p:nvPr/>
        </p:nvSpPr>
        <p:spPr>
          <a:xfrm>
            <a:off x="14824440" y="8274829"/>
            <a:ext cx="4936320" cy="315370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ts val="2999"/>
              </a:lnSpc>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The prototype is built for educational use, ensuring affordability and replicability. It allows students to capture data for analysis, bridging theoretical knowledge with practical experiments. As shown in Figure 1a and Figure 1b, the system combines a CAD design with a physical setup.</a:t>
            </a:r>
          </a:p>
        </p:txBody>
      </p:sp>
      <p:sp>
        <p:nvSpPr>
          <p:cNvPr id="61" name="CustomShape 15"/>
          <p:cNvSpPr/>
          <p:nvPr/>
        </p:nvSpPr>
        <p:spPr>
          <a:xfrm>
            <a:off x="1276920" y="8371260"/>
            <a:ext cx="5712120" cy="891329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ts val="2999"/>
              </a:lnSpc>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This project aims to create an affordable, educational tool to enhance telecommunications training by measuring antenna radiation patterns. The following goals guide the development and application of the two degree of freedom system:</a:t>
            </a:r>
            <a:endParaRPr lang="en-US" sz="2400" b="0" strike="noStrike"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a:p>
            <a:pPr algn="just">
              <a:lnSpc>
                <a:spcPts val="2999"/>
              </a:lnSpc>
            </a:pPr>
            <a:endParaRPr lang="en-US" sz="2400" b="0" strike="noStrike" spc="-1" dirty="0">
              <a:solidFill>
                <a:srgbClr val="2D1050"/>
              </a:solidFill>
              <a:latin typeface="Arial"/>
            </a:endParaRPr>
          </a:p>
          <a:p>
            <a:pPr marL="457200" indent="-456840" algn="just">
              <a:lnSpc>
                <a:spcPts val="2999"/>
              </a:lnSpc>
              <a:buClr>
                <a:srgbClr val="004B87"/>
              </a:buClr>
              <a:buFont typeface="Calibri Light"/>
              <a:buAutoNum type="arabicPeriod"/>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Develop a low-cost, two degree of freedom system for measuring antenna radiation patterns at 868 </a:t>
            </a:r>
            <a:r>
              <a:rPr lang="en-US" sz="2400" dirty="0" err="1">
                <a:solidFill>
                  <a:srgbClr val="2D1050"/>
                </a:solidFill>
                <a:latin typeface="Calibri" panose="020F0502020204030204" pitchFamily="34" charset="0"/>
                <a:ea typeface="Calibri" panose="020F0502020204030204" pitchFamily="34" charset="0"/>
                <a:cs typeface="Calibri" panose="020F0502020204030204" pitchFamily="34" charset="0"/>
              </a:rPr>
              <a:t>MHz.</a:t>
            </a:r>
            <a:endParaRPr lang="en-US" sz="3200" b="0" strike="noStrike"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a:p>
            <a:pPr marL="457200" indent="-456840" algn="just">
              <a:lnSpc>
                <a:spcPts val="2999"/>
              </a:lnSpc>
              <a:buClr>
                <a:srgbClr val="004B87"/>
              </a:buClr>
              <a:buFont typeface="Calibri Light"/>
              <a:buAutoNum type="arabicPeriod"/>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Enable real-time </a:t>
            </a:r>
            <a:r>
              <a:rPr lang="en-US" sz="2400" dirty="0" err="1">
                <a:solidFill>
                  <a:srgbClr val="2D1050"/>
                </a:solidFill>
                <a:latin typeface="Calibri" panose="020F0502020204030204" pitchFamily="34" charset="0"/>
                <a:ea typeface="Calibri" panose="020F0502020204030204" pitchFamily="34" charset="0"/>
                <a:cs typeface="Calibri" panose="020F0502020204030204" pitchFamily="34" charset="0"/>
              </a:rPr>
              <a:t>visualisation</a:t>
            </a: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 to enhance telecommunications education</a:t>
            </a:r>
            <a:endParaRPr lang="en-US" sz="2400" b="0" strike="noStrike"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a:p>
            <a:pPr marL="457200" indent="-456840" algn="just">
              <a:lnSpc>
                <a:spcPts val="2999"/>
              </a:lnSpc>
              <a:buClr>
                <a:srgbClr val="004B87"/>
              </a:buClr>
              <a:buFont typeface="Calibri Light"/>
              <a:buAutoNum type="arabicPeriod"/>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Validate system accuracy by comparing measured patterns with simulation results.</a:t>
            </a:r>
            <a:endParaRPr lang="en-US" sz="2400" b="0" strike="noStrike"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a:p>
            <a:pPr marL="457200" indent="-456840" algn="just">
              <a:lnSpc>
                <a:spcPts val="2999"/>
              </a:lnSpc>
              <a:buClr>
                <a:srgbClr val="004B87"/>
              </a:buClr>
              <a:buFont typeface="Calibri Light"/>
              <a:buAutoNum type="arabicPeriod"/>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Provide an open-source two degree of freedom platform to support replication and hands-on learning.</a:t>
            </a:r>
            <a:endParaRPr lang="en-US" sz="2400" b="0" strike="noStrike"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a:p>
            <a:pPr marL="457200" indent="-456840" algn="just">
              <a:lnSpc>
                <a:spcPts val="2999"/>
              </a:lnSpc>
              <a:buClr>
                <a:srgbClr val="004B87"/>
              </a:buClr>
              <a:buFont typeface="Calibri Light"/>
              <a:buAutoNum type="arabicPeriod"/>
            </a:pPr>
            <a:r>
              <a:rPr lang="en-US" sz="2400" dirty="0">
                <a:solidFill>
                  <a:srgbClr val="2D1050"/>
                </a:solidFill>
                <a:latin typeface="Calibri" panose="020F0502020204030204" pitchFamily="34" charset="0"/>
                <a:ea typeface="Calibri" panose="020F0502020204030204" pitchFamily="34" charset="0"/>
                <a:cs typeface="Calibri" panose="020F0502020204030204" pitchFamily="34" charset="0"/>
              </a:rPr>
              <a:t>Foster student engagement through practical experiments in antenna </a:t>
            </a:r>
            <a:r>
              <a:rPr lang="en-US" sz="2400" dirty="0" err="1">
                <a:solidFill>
                  <a:srgbClr val="2D1050"/>
                </a:solidFill>
                <a:latin typeface="Calibri" panose="020F0502020204030204" pitchFamily="34" charset="0"/>
                <a:ea typeface="Calibri" panose="020F0502020204030204" pitchFamily="34" charset="0"/>
                <a:cs typeface="Calibri" panose="020F0502020204030204" pitchFamily="34" charset="0"/>
              </a:rPr>
              <a:t>behaviour</a:t>
            </a:r>
            <a:r>
              <a:rPr lang="en-US" sz="2400">
                <a:solidFill>
                  <a:srgbClr val="2D1050"/>
                </a:solidFill>
                <a:latin typeface="Calibri" panose="020F0502020204030204" pitchFamily="34" charset="0"/>
                <a:ea typeface="Calibri" panose="020F0502020204030204" pitchFamily="34" charset="0"/>
                <a:cs typeface="Calibri" panose="020F0502020204030204" pitchFamily="34" charset="0"/>
              </a:rPr>
              <a:t> analysis.</a:t>
            </a:r>
            <a:endParaRPr lang="en-US" sz="2400" b="0" strike="noStrike"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a:p>
            <a:pPr algn="just">
              <a:lnSpc>
                <a:spcPts val="2999"/>
              </a:lnSpc>
            </a:pPr>
            <a:endParaRPr lang="en-US" sz="2400" b="0" strike="noStrike" spc="-1" dirty="0">
              <a:solidFill>
                <a:srgbClr val="2D1050"/>
              </a:solidFill>
              <a:latin typeface="Arial"/>
            </a:endParaRPr>
          </a:p>
        </p:txBody>
      </p:sp>
      <p:pic>
        <p:nvPicPr>
          <p:cNvPr id="62" name="Imagem 38"/>
          <p:cNvPicPr/>
          <p:nvPr/>
        </p:nvPicPr>
        <p:blipFill>
          <a:blip r:embed="rId2"/>
          <a:stretch/>
        </p:blipFill>
        <p:spPr>
          <a:xfrm>
            <a:off x="14574240" y="18761580"/>
            <a:ext cx="304560" cy="367920"/>
          </a:xfrm>
          <a:prstGeom prst="rect">
            <a:avLst/>
          </a:prstGeom>
          <a:ln>
            <a:noFill/>
          </a:ln>
        </p:spPr>
      </p:pic>
      <p:sp>
        <p:nvSpPr>
          <p:cNvPr id="63" name="CustomShape 16"/>
          <p:cNvSpPr/>
          <p:nvPr/>
        </p:nvSpPr>
        <p:spPr>
          <a:xfrm>
            <a:off x="14999760" y="18636660"/>
            <a:ext cx="4761000" cy="639360"/>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pt-PT" sz="3600" b="1" strike="noStrike" spc="-1">
                <a:solidFill>
                  <a:srgbClr val="2D1050"/>
                </a:solidFill>
                <a:latin typeface="Calibri"/>
              </a:rPr>
              <a:t>BIBLIOGRAPHY</a:t>
            </a:r>
            <a:endParaRPr lang="en-US" sz="3600" b="0" strike="noStrike" spc="-1">
              <a:solidFill>
                <a:srgbClr val="2D1050"/>
              </a:solidFill>
              <a:latin typeface="Arial"/>
            </a:endParaRPr>
          </a:p>
        </p:txBody>
      </p:sp>
      <p:sp>
        <p:nvSpPr>
          <p:cNvPr id="65" name="CustomShape 18"/>
          <p:cNvSpPr/>
          <p:nvPr/>
        </p:nvSpPr>
        <p:spPr>
          <a:xfrm>
            <a:off x="14457600" y="19344780"/>
            <a:ext cx="5646600" cy="396886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342900" indent="-342900" algn="just">
              <a:buFont typeface="+mj-lt"/>
              <a:buAutoNum type="arabicPeriod"/>
            </a:pP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Constantine A Balanis. </a:t>
            </a:r>
            <a:r>
              <a:rPr lang="en-US" i="1" spc="-1" dirty="0">
                <a:solidFill>
                  <a:srgbClr val="2D1050"/>
                </a:solidFill>
                <a:latin typeface="Calibri" panose="020F0502020204030204" pitchFamily="34" charset="0"/>
                <a:ea typeface="Calibri" panose="020F0502020204030204" pitchFamily="34" charset="0"/>
                <a:cs typeface="Calibri" panose="020F0502020204030204" pitchFamily="34" charset="0"/>
              </a:rPr>
              <a:t>Antenna theory: analysis and design</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John Wiley &amp; sons,2016.</a:t>
            </a:r>
          </a:p>
          <a:p>
            <a:pPr marL="342900" indent="-342900" algn="just">
              <a:buFont typeface="+mj-lt"/>
              <a:buAutoNum type="arabicPeriod"/>
            </a:pP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Vittorio Picco and Keith Martin. An automated antenna measurement </a:t>
            </a:r>
            <a:r>
              <a:rPr lang="en-US" spc="-1" dirty="0" err="1">
                <a:solidFill>
                  <a:srgbClr val="2D1050"/>
                </a:solidFill>
                <a:latin typeface="Calibri" panose="020F0502020204030204" pitchFamily="34" charset="0"/>
                <a:ea typeface="Calibri" panose="020F0502020204030204" pitchFamily="34" charset="0"/>
                <a:cs typeface="Calibri" panose="020F0502020204030204" pitchFamily="34" charset="0"/>
              </a:rPr>
              <a:t>systemutilizing</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wi-fi hardware., 53(6):173–184,2011.</a:t>
            </a:r>
            <a:r>
              <a:rPr lang="en-US" i="1" spc="-1" dirty="0">
                <a:solidFill>
                  <a:srgbClr val="2D1050"/>
                </a:solidFill>
                <a:latin typeface="Calibri" panose="020F0502020204030204" pitchFamily="34" charset="0"/>
                <a:ea typeface="Calibri" panose="020F0502020204030204" pitchFamily="34" charset="0"/>
                <a:cs typeface="Calibri" panose="020F0502020204030204" pitchFamily="34" charset="0"/>
              </a:rPr>
              <a:t> IEEE Antennas and Propagation Magazine</a:t>
            </a:r>
            <a:endPar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spc="-1" dirty="0" err="1">
                <a:solidFill>
                  <a:srgbClr val="2D1050"/>
                </a:solidFill>
                <a:latin typeface="Calibri" panose="020F0502020204030204" pitchFamily="34" charset="0"/>
                <a:ea typeface="Calibri" panose="020F0502020204030204" pitchFamily="34" charset="0"/>
                <a:cs typeface="Calibri" panose="020F0502020204030204" pitchFamily="34" charset="0"/>
              </a:rPr>
              <a:t>Asep</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Barnas Simanjuntak, Budi </a:t>
            </a:r>
            <a:r>
              <a:rPr lang="en-US" spc="-1" dirty="0" err="1">
                <a:solidFill>
                  <a:srgbClr val="2D1050"/>
                </a:solidFill>
                <a:latin typeface="Calibri" panose="020F0502020204030204" pitchFamily="34" charset="0"/>
                <a:ea typeface="Calibri" panose="020F0502020204030204" pitchFamily="34" charset="0"/>
                <a:cs typeface="Calibri" panose="020F0502020204030204" pitchFamily="34" charset="0"/>
              </a:rPr>
              <a:t>Mulyanti</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a:t>
            </a:r>
            <a:r>
              <a:rPr lang="en-US" spc="-1" dirty="0" err="1">
                <a:solidFill>
                  <a:srgbClr val="2D1050"/>
                </a:solidFill>
                <a:latin typeface="Calibri" panose="020F0502020204030204" pitchFamily="34" charset="0"/>
                <a:ea typeface="Calibri" panose="020F0502020204030204" pitchFamily="34" charset="0"/>
                <a:cs typeface="Calibri" panose="020F0502020204030204" pitchFamily="34" charset="0"/>
              </a:rPr>
              <a:t>Enjang</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Akhmad Juanda, Ade </a:t>
            </a:r>
            <a:r>
              <a:rPr lang="en-US" spc="-1" dirty="0" err="1">
                <a:solidFill>
                  <a:srgbClr val="2D1050"/>
                </a:solidFill>
                <a:latin typeface="Calibri" panose="020F0502020204030204" pitchFamily="34" charset="0"/>
                <a:ea typeface="Calibri" panose="020F0502020204030204" pitchFamily="34" charset="0"/>
                <a:cs typeface="Calibri" panose="020F0502020204030204" pitchFamily="34" charset="0"/>
              </a:rPr>
              <a:t>GaffarAbdullah</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Muhammad Naufal, and Raksa Reza </a:t>
            </a:r>
            <a:r>
              <a:rPr lang="en-US" spc="-1" dirty="0" err="1">
                <a:solidFill>
                  <a:srgbClr val="2D1050"/>
                </a:solidFill>
                <a:latin typeface="Calibri" panose="020F0502020204030204" pitchFamily="34" charset="0"/>
                <a:ea typeface="Calibri" panose="020F0502020204030204" pitchFamily="34" charset="0"/>
                <a:cs typeface="Calibri" panose="020F0502020204030204" pitchFamily="34" charset="0"/>
              </a:rPr>
              <a:t>Pratama</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Preliminary design of automatic antenna radiation pattern measurement system for antenna and propagation laboratory course. In </a:t>
            </a:r>
            <a:r>
              <a:rPr lang="en-US" i="1" spc="-1" dirty="0">
                <a:solidFill>
                  <a:srgbClr val="2D1050"/>
                </a:solidFill>
                <a:latin typeface="Calibri" panose="020F0502020204030204" pitchFamily="34" charset="0"/>
                <a:ea typeface="Calibri" panose="020F0502020204030204" pitchFamily="34" charset="0"/>
                <a:cs typeface="Calibri" panose="020F0502020204030204" pitchFamily="34" charset="0"/>
              </a:rPr>
              <a:t>Proceedings of the 5th UPI International Conference on Technical and Vocational Education and Training (ICTVET 2018)</a:t>
            </a:r>
            <a:r>
              <a:rPr lang="en-US" spc="-1" dirty="0">
                <a:solidFill>
                  <a:srgbClr val="2D1050"/>
                </a:solidFill>
                <a:latin typeface="Calibri" panose="020F0502020204030204" pitchFamily="34" charset="0"/>
                <a:ea typeface="Calibri" panose="020F0502020204030204" pitchFamily="34" charset="0"/>
                <a:cs typeface="Calibri" panose="020F0502020204030204" pitchFamily="34" charset="0"/>
              </a:rPr>
              <a:t>, pages 84–87.Atlantis Press, 2019.</a:t>
            </a:r>
            <a:endParaRPr lang="en-US" sz="1800" b="0" strike="noStrike" spc="-1" dirty="0">
              <a:solidFill>
                <a:srgbClr val="2D105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Retângulo 1">
            <a:extLst>
              <a:ext uri="{FF2B5EF4-FFF2-40B4-BE49-F238E27FC236}">
                <a16:creationId xmlns:a16="http://schemas.microsoft.com/office/drawing/2014/main" id="{F9CD7945-6F97-4016-B0EF-8E4416973D2F}"/>
              </a:ext>
            </a:extLst>
          </p:cNvPr>
          <p:cNvSpPr/>
          <p:nvPr/>
        </p:nvSpPr>
        <p:spPr>
          <a:xfrm>
            <a:off x="0" y="29160"/>
            <a:ext cx="21383625" cy="4098960"/>
          </a:xfrm>
          <a:prstGeom prst="rect">
            <a:avLst/>
          </a:prstGeom>
          <a:solidFill>
            <a:srgbClr val="DAEC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Imagem 8">
            <a:extLst>
              <a:ext uri="{FF2B5EF4-FFF2-40B4-BE49-F238E27FC236}">
                <a16:creationId xmlns:a16="http://schemas.microsoft.com/office/drawing/2014/main" id="{E96E5090-8B55-496A-8E39-B36354D9E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557" y="1258602"/>
            <a:ext cx="8712318" cy="1652718"/>
          </a:xfrm>
          <a:prstGeom prst="rect">
            <a:avLst/>
          </a:prstGeom>
        </p:spPr>
      </p:pic>
      <p:pic>
        <p:nvPicPr>
          <p:cNvPr id="1030" name="Picture 6" descr="IPB">
            <a:extLst>
              <a:ext uri="{FF2B5EF4-FFF2-40B4-BE49-F238E27FC236}">
                <a16:creationId xmlns:a16="http://schemas.microsoft.com/office/drawing/2014/main" id="{362FE4F3-FCA3-46EC-886C-1C2F3D1D9A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6446" y="28171714"/>
            <a:ext cx="2796610" cy="1980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PB">
            <a:extLst>
              <a:ext uri="{FF2B5EF4-FFF2-40B4-BE49-F238E27FC236}">
                <a16:creationId xmlns:a16="http://schemas.microsoft.com/office/drawing/2014/main" id="{67602620-C869-409E-9571-1DF3923C97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496" y="28567714"/>
            <a:ext cx="4013513" cy="1188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EDRI">
            <a:extLst>
              <a:ext uri="{FF2B5EF4-FFF2-40B4-BE49-F238E27FC236}">
                <a16:creationId xmlns:a16="http://schemas.microsoft.com/office/drawing/2014/main" id="{90C82B47-38D5-4AE1-946C-F8A61BB35A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37680" y="28567714"/>
            <a:ext cx="2700000" cy="1260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PB">
            <a:extLst>
              <a:ext uri="{FF2B5EF4-FFF2-40B4-BE49-F238E27FC236}">
                <a16:creationId xmlns:a16="http://schemas.microsoft.com/office/drawing/2014/main" id="{8C88C7CF-8308-440B-97C9-23BAEDA5A0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28492" y="28567714"/>
            <a:ext cx="3791489" cy="1188000"/>
          </a:xfrm>
          <a:prstGeom prst="rect">
            <a:avLst/>
          </a:prstGeom>
          <a:noFill/>
          <a:extLst>
            <a:ext uri="{909E8E84-426E-40DD-AFC4-6F175D3DCCD1}">
              <a14:hiddenFill xmlns:a14="http://schemas.microsoft.com/office/drawing/2010/main">
                <a:solidFill>
                  <a:srgbClr val="FFFFFF"/>
                </a:solidFill>
              </a14:hiddenFill>
            </a:ext>
          </a:extLst>
        </p:spPr>
      </p:pic>
      <p:sp>
        <p:nvSpPr>
          <p:cNvPr id="64" name="CustomShape 17"/>
          <p:cNvSpPr/>
          <p:nvPr/>
        </p:nvSpPr>
        <p:spPr>
          <a:xfrm>
            <a:off x="9536490" y="447499"/>
            <a:ext cx="11930340" cy="3791892"/>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ts val="6100"/>
              </a:lnSpc>
            </a:pPr>
            <a:r>
              <a:rPr lang="en-US" sz="6600" b="1" spc="-1" dirty="0">
                <a:solidFill>
                  <a:srgbClr val="2D1050"/>
                </a:solidFill>
              </a:rPr>
              <a:t>Development of a 2-DoF Antenna Radiation Measurement System</a:t>
            </a:r>
            <a:endParaRPr lang="en-US" sz="3600" b="0" strike="noStrike" spc="-1" dirty="0">
              <a:solidFill>
                <a:srgbClr val="2D1050"/>
              </a:solidFill>
              <a:latin typeface="Arial"/>
            </a:endParaRPr>
          </a:p>
          <a:p>
            <a:pPr>
              <a:lnSpc>
                <a:spcPct val="150000"/>
              </a:lnSpc>
            </a:pPr>
            <a:r>
              <a:rPr lang="en-US" sz="3200" b="1" spc="-1" dirty="0">
                <a:solidFill>
                  <a:srgbClr val="2D1050"/>
                </a:solidFill>
                <a:latin typeface="Calibri"/>
              </a:rPr>
              <a:t>MAURO LEME</a:t>
            </a:r>
            <a:r>
              <a:rPr lang="en-US" sz="3200" b="1" spc="-1" baseline="30000" dirty="0">
                <a:solidFill>
                  <a:srgbClr val="2D1050"/>
                </a:solidFill>
                <a:latin typeface="Calibri"/>
              </a:rPr>
              <a:t>1</a:t>
            </a:r>
            <a:r>
              <a:rPr lang="en-US" sz="3200" b="1" spc="-1" dirty="0">
                <a:solidFill>
                  <a:srgbClr val="2D1050"/>
                </a:solidFill>
                <a:latin typeface="Calibri"/>
              </a:rPr>
              <a:t>; JOÃO ALEXANDRE COELHO</a:t>
            </a:r>
            <a:r>
              <a:rPr lang="en-US" sz="3200" b="1" spc="-1" baseline="30000" dirty="0">
                <a:solidFill>
                  <a:srgbClr val="2D1050"/>
                </a:solidFill>
                <a:latin typeface="Calibri"/>
              </a:rPr>
              <a:t>2</a:t>
            </a:r>
            <a:r>
              <a:rPr lang="en-US" sz="3200" b="1" spc="-1" dirty="0">
                <a:solidFill>
                  <a:srgbClr val="2D1050"/>
                </a:solidFill>
                <a:latin typeface="Calibri"/>
              </a:rPr>
              <a:t>; JOÃO </a:t>
            </a:r>
            <a:r>
              <a:rPr lang="en-US" sz="3200" b="1" spc="-1" dirty="0">
                <a:solidFill>
                  <a:srgbClr val="2D1050"/>
                </a:solidFill>
              </a:rPr>
              <a:t>PAULO COELHO</a:t>
            </a:r>
            <a:r>
              <a:rPr lang="en-US" sz="3200" b="1" spc="-1" baseline="30000" dirty="0">
                <a:solidFill>
                  <a:srgbClr val="2D1050"/>
                </a:solidFill>
              </a:rPr>
              <a:t>1,2</a:t>
            </a:r>
            <a:endParaRPr lang="en-US" sz="2000" b="1" spc="-1" dirty="0">
              <a:solidFill>
                <a:srgbClr val="2D1050"/>
              </a:solidFill>
              <a:latin typeface="Calibri"/>
            </a:endParaRPr>
          </a:p>
          <a:p>
            <a:pPr>
              <a:lnSpc>
                <a:spcPct val="150000"/>
              </a:lnSpc>
            </a:pPr>
            <a:r>
              <a:rPr lang="en-US" sz="3200" b="1" strike="noStrike" spc="-1" dirty="0">
                <a:solidFill>
                  <a:srgbClr val="2D1050"/>
                </a:solidFill>
                <a:latin typeface="Calibri"/>
                <a:hlinkClick r:id="rId8"/>
              </a:rPr>
              <a:t>a52965@alunos.ipb.pt</a:t>
            </a:r>
            <a:r>
              <a:rPr lang="en-US" sz="3200" b="1" strike="noStrike" spc="-1" dirty="0">
                <a:solidFill>
                  <a:srgbClr val="2D1050"/>
                </a:solidFill>
                <a:latin typeface="Calibri"/>
              </a:rPr>
              <a:t>; </a:t>
            </a:r>
            <a:r>
              <a:rPr lang="en-US" sz="3200" b="1" strike="noStrike" spc="-1" dirty="0">
                <a:solidFill>
                  <a:srgbClr val="2D1050"/>
                </a:solidFill>
                <a:latin typeface="Calibri"/>
                <a:hlinkClick r:id="rId9"/>
              </a:rPr>
              <a:t>jpcoelho@ip</a:t>
            </a:r>
            <a:r>
              <a:rPr lang="en-US" sz="3200" b="1" spc="-1" dirty="0">
                <a:solidFill>
                  <a:srgbClr val="2D1050"/>
                </a:solidFill>
                <a:latin typeface="Calibri"/>
                <a:hlinkClick r:id="rId9"/>
              </a:rPr>
              <a:t>b.pt</a:t>
            </a:r>
            <a:r>
              <a:rPr lang="en-US" sz="3200" b="1" spc="-1" dirty="0">
                <a:solidFill>
                  <a:srgbClr val="2D1050"/>
                </a:solidFill>
                <a:latin typeface="Calibri"/>
              </a:rPr>
              <a:t>. </a:t>
            </a:r>
            <a:endParaRPr lang="en-US" sz="2400" b="0" strike="noStrike" spc="-1" dirty="0">
              <a:solidFill>
                <a:srgbClr val="2D1050"/>
              </a:solidFill>
              <a:latin typeface="Arial"/>
            </a:endParaRPr>
          </a:p>
          <a:p>
            <a:pPr>
              <a:lnSpc>
                <a:spcPct val="150000"/>
              </a:lnSpc>
            </a:pPr>
            <a:r>
              <a:rPr lang="pt-PT" sz="3200" spc="-1" dirty="0">
                <a:solidFill>
                  <a:srgbClr val="2D1050"/>
                </a:solidFill>
              </a:rPr>
              <a:t>INSTITUTO POLITÉCNICO DE BRAGANÇA¹ E </a:t>
            </a:r>
            <a:r>
              <a:rPr lang="pt-BR" sz="3200" spc="-1" dirty="0">
                <a:solidFill>
                  <a:srgbClr val="2D1050"/>
                </a:solidFill>
              </a:rPr>
              <a:t>CeDRI, SusTEC, IPB².</a:t>
            </a:r>
            <a:endParaRPr lang="en-US" sz="3200" b="0" strike="noStrike" spc="-1" dirty="0">
              <a:solidFill>
                <a:srgbClr val="2D1050"/>
              </a:solidFill>
              <a:latin typeface="Arial"/>
            </a:endParaRPr>
          </a:p>
        </p:txBody>
      </p:sp>
      <p:sp>
        <p:nvSpPr>
          <p:cNvPr id="68" name="CustomShape 16">
            <a:extLst>
              <a:ext uri="{FF2B5EF4-FFF2-40B4-BE49-F238E27FC236}">
                <a16:creationId xmlns:a16="http://schemas.microsoft.com/office/drawing/2014/main" id="{6889CA92-EE5B-4014-B8EB-067DDE861ECA}"/>
              </a:ext>
            </a:extLst>
          </p:cNvPr>
          <p:cNvSpPr/>
          <p:nvPr/>
        </p:nvSpPr>
        <p:spPr>
          <a:xfrm>
            <a:off x="238834" y="27324892"/>
            <a:ext cx="20201606" cy="82954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nchor="ctr">
            <a:spAutoFit/>
          </a:bodyPr>
          <a:lstStyle/>
          <a:p>
            <a:pPr>
              <a:lnSpc>
                <a:spcPct val="100000"/>
              </a:lnSpc>
            </a:pPr>
            <a:r>
              <a:rPr lang="pt-PT" sz="2400" b="1" strike="noStrike" spc="-1" dirty="0">
                <a:latin typeface="Calibri"/>
              </a:rPr>
              <a:t>Acknowledgements: </a:t>
            </a:r>
            <a:r>
              <a:rPr lang="en-US" sz="2400" b="1" spc="-1" dirty="0"/>
              <a:t>This work was supported by national funds: UID/05757 - Research Centre in Digitalization and Intelligent Robotics (</a:t>
            </a:r>
            <a:r>
              <a:rPr lang="en-US" sz="2400" b="1" spc="-1" dirty="0" err="1"/>
              <a:t>CeDRI</a:t>
            </a:r>
            <a:r>
              <a:rPr lang="en-US" sz="2400" b="1" spc="-1" dirty="0"/>
              <a:t>); and </a:t>
            </a:r>
            <a:r>
              <a:rPr lang="en-US" sz="2400" b="1" spc="-1" dirty="0" err="1"/>
              <a:t>SusTEC</a:t>
            </a:r>
            <a:r>
              <a:rPr lang="en-US" sz="2400" b="1" spc="-1" dirty="0"/>
              <a:t>, LA/P/0007/2020 (DOI: 10.54499/LA/P/0007/2020).</a:t>
            </a:r>
            <a:endParaRPr lang="en-US" sz="2400" b="0" strike="noStrike" spc="-1" dirty="0">
              <a:latin typeface="Arial"/>
            </a:endParaRPr>
          </a:p>
        </p:txBody>
      </p:sp>
      <p:pic>
        <p:nvPicPr>
          <p:cNvPr id="4" name="Picture 3" descr="A black and white object&#10;&#10;AI-generated content may be incorrect.">
            <a:extLst>
              <a:ext uri="{FF2B5EF4-FFF2-40B4-BE49-F238E27FC236}">
                <a16:creationId xmlns:a16="http://schemas.microsoft.com/office/drawing/2014/main" id="{CD6D2185-FDBA-D622-813F-D43EA23CEB1C}"/>
              </a:ext>
              <a:ext uri="{C183D7F6-B498-43B3-948B-1728B52AA6E4}">
                <adec:decorative xmlns:adec="http://schemas.microsoft.com/office/drawing/2017/decorative" val="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463485" y="12128937"/>
            <a:ext cx="1980909" cy="4770482"/>
          </a:xfrm>
          <a:prstGeom prst="rect">
            <a:avLst/>
          </a:prstGeom>
        </p:spPr>
      </p:pic>
      <p:pic>
        <p:nvPicPr>
          <p:cNvPr id="6" name="Picture 5" descr="A green and black floor lamp&#10;&#10;AI-generated content may be incorrect.">
            <a:extLst>
              <a:ext uri="{FF2B5EF4-FFF2-40B4-BE49-F238E27FC236}">
                <a16:creationId xmlns:a16="http://schemas.microsoft.com/office/drawing/2014/main" id="{12E340CD-1F21-BA9B-B832-5F5B37709EB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077591" y="12039419"/>
            <a:ext cx="2230218" cy="4860000"/>
          </a:xfrm>
          <a:prstGeom prst="rect">
            <a:avLst/>
          </a:prstGeom>
        </p:spPr>
      </p:pic>
      <p:pic>
        <p:nvPicPr>
          <p:cNvPr id="8" name="Picture 7" descr="A graph of a radio frequency&#10;&#10;AI-generated content may be incorrect.">
            <a:extLst>
              <a:ext uri="{FF2B5EF4-FFF2-40B4-BE49-F238E27FC236}">
                <a16:creationId xmlns:a16="http://schemas.microsoft.com/office/drawing/2014/main" id="{0913C91F-07F0-CDE7-CA41-C357CAC3CBF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755230" y="22498485"/>
            <a:ext cx="3292500" cy="3292500"/>
          </a:xfrm>
          <a:prstGeom prst="rect">
            <a:avLst/>
          </a:prstGeom>
        </p:spPr>
      </p:pic>
      <p:pic>
        <p:nvPicPr>
          <p:cNvPr id="11" name="Picture 10" descr="A diagram of a function&#10;&#10;AI-generated content may be incorrect.">
            <a:extLst>
              <a:ext uri="{FF2B5EF4-FFF2-40B4-BE49-F238E27FC236}">
                <a16:creationId xmlns:a16="http://schemas.microsoft.com/office/drawing/2014/main" id="{6871A784-6071-A988-5845-40884EC35E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403142" y="22369999"/>
            <a:ext cx="3891675" cy="3243063"/>
          </a:xfrm>
          <a:prstGeom prst="rect">
            <a:avLst/>
          </a:prstGeom>
        </p:spPr>
      </p:pic>
      <p:sp>
        <p:nvSpPr>
          <p:cNvPr id="12" name="TextBox 11">
            <a:extLst>
              <a:ext uri="{FF2B5EF4-FFF2-40B4-BE49-F238E27FC236}">
                <a16:creationId xmlns:a16="http://schemas.microsoft.com/office/drawing/2014/main" id="{405B3563-21DD-8FC0-A522-8E8E88C440AA}"/>
              </a:ext>
            </a:extLst>
          </p:cNvPr>
          <p:cNvSpPr txBox="1"/>
          <p:nvPr/>
        </p:nvSpPr>
        <p:spPr>
          <a:xfrm>
            <a:off x="10034569" y="16921392"/>
            <a:ext cx="2409825" cy="369332"/>
          </a:xfrm>
          <a:prstGeom prst="rect">
            <a:avLst/>
          </a:prstGeom>
          <a:noFill/>
        </p:spPr>
        <p:txBody>
          <a:bodyPr wrap="square" rtlCol="0">
            <a:spAutoFit/>
          </a:bodyPr>
          <a:lstStyle/>
          <a:p>
            <a:r>
              <a:rPr lang="pt-BR" dirty="0"/>
              <a:t>Fig 1a - CAD rendering.</a:t>
            </a:r>
          </a:p>
        </p:txBody>
      </p:sp>
      <p:sp>
        <p:nvSpPr>
          <p:cNvPr id="13" name="TextBox 12">
            <a:extLst>
              <a:ext uri="{FF2B5EF4-FFF2-40B4-BE49-F238E27FC236}">
                <a16:creationId xmlns:a16="http://schemas.microsoft.com/office/drawing/2014/main" id="{76B586C6-E305-02B3-9859-19DB31791662}"/>
              </a:ext>
            </a:extLst>
          </p:cNvPr>
          <p:cNvSpPr txBox="1"/>
          <p:nvPr/>
        </p:nvSpPr>
        <p:spPr>
          <a:xfrm>
            <a:off x="15778237" y="16899419"/>
            <a:ext cx="3024113" cy="369332"/>
          </a:xfrm>
          <a:prstGeom prst="rect">
            <a:avLst/>
          </a:prstGeom>
          <a:noFill/>
        </p:spPr>
        <p:txBody>
          <a:bodyPr wrap="square" rtlCol="0">
            <a:spAutoFit/>
          </a:bodyPr>
          <a:lstStyle/>
          <a:p>
            <a:r>
              <a:rPr lang="pt-BR" dirty="0"/>
              <a:t>Figure 1b: Physical prototype.</a:t>
            </a:r>
          </a:p>
        </p:txBody>
      </p:sp>
      <p:sp>
        <p:nvSpPr>
          <p:cNvPr id="15" name="TextBox 14">
            <a:extLst>
              <a:ext uri="{FF2B5EF4-FFF2-40B4-BE49-F238E27FC236}">
                <a16:creationId xmlns:a16="http://schemas.microsoft.com/office/drawing/2014/main" id="{F8D02930-E767-6FB8-A245-032C9D0A17EC}"/>
              </a:ext>
            </a:extLst>
          </p:cNvPr>
          <p:cNvSpPr txBox="1"/>
          <p:nvPr/>
        </p:nvSpPr>
        <p:spPr>
          <a:xfrm>
            <a:off x="2566673" y="25790984"/>
            <a:ext cx="3039545" cy="369332"/>
          </a:xfrm>
          <a:prstGeom prst="rect">
            <a:avLst/>
          </a:prstGeom>
          <a:noFill/>
        </p:spPr>
        <p:txBody>
          <a:bodyPr wrap="square" rtlCol="0">
            <a:spAutoFit/>
          </a:bodyPr>
          <a:lstStyle/>
          <a:p>
            <a:r>
              <a:rPr lang="pt-BR" dirty="0"/>
              <a:t>Figure 2a: Simulated outcome.</a:t>
            </a:r>
          </a:p>
        </p:txBody>
      </p:sp>
      <p:sp>
        <p:nvSpPr>
          <p:cNvPr id="16" name="TextBox 15">
            <a:extLst>
              <a:ext uri="{FF2B5EF4-FFF2-40B4-BE49-F238E27FC236}">
                <a16:creationId xmlns:a16="http://schemas.microsoft.com/office/drawing/2014/main" id="{73BB0919-10C4-4065-6C56-8DD982619FAD}"/>
              </a:ext>
            </a:extLst>
          </p:cNvPr>
          <p:cNvSpPr txBox="1"/>
          <p:nvPr/>
        </p:nvSpPr>
        <p:spPr>
          <a:xfrm>
            <a:off x="9105889" y="25729026"/>
            <a:ext cx="2723438" cy="369332"/>
          </a:xfrm>
          <a:prstGeom prst="rect">
            <a:avLst/>
          </a:prstGeom>
          <a:noFill/>
        </p:spPr>
        <p:txBody>
          <a:bodyPr wrap="square" rtlCol="0">
            <a:spAutoFit/>
          </a:bodyPr>
          <a:lstStyle/>
          <a:p>
            <a:r>
              <a:rPr lang="pt-BR" dirty="0"/>
              <a:t>Figure 2b: Measured data.</a:t>
            </a:r>
          </a:p>
        </p:txBody>
      </p:sp>
    </p:spTree>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807</TotalTime>
  <Words>592</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Tema do Office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AMoreira</dc:creator>
  <dc:description/>
  <cp:lastModifiedBy>Mauro Leme</cp:lastModifiedBy>
  <cp:revision>105</cp:revision>
  <dcterms:created xsi:type="dcterms:W3CDTF">2014-03-10T11:06:56Z</dcterms:created>
  <dcterms:modified xsi:type="dcterms:W3CDTF">2025-06-25T14:48:46Z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Personalizados</vt:lpwstr>
  </property>
  <property fmtid="{D5CDD505-2E9C-101B-9397-08002B2CF9AE}" pid="9" name="ScaleCrop">
    <vt:bool>false</vt:bool>
  </property>
  <property fmtid="{D5CDD505-2E9C-101B-9397-08002B2CF9AE}" pid="10" name="ShareDoc">
    <vt:bool>false</vt:bool>
  </property>
  <property fmtid="{D5CDD505-2E9C-101B-9397-08002B2CF9AE}" pid="11" name="Slides">
    <vt:i4>2</vt:i4>
  </property>
</Properties>
</file>